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67" r:id="rId3"/>
    <p:sldId id="266" r:id="rId4"/>
    <p:sldId id="257" r:id="rId5"/>
    <p:sldId id="287" r:id="rId6"/>
    <p:sldId id="260" r:id="rId7"/>
    <p:sldId id="288" r:id="rId8"/>
    <p:sldId id="261" r:id="rId9"/>
    <p:sldId id="289" r:id="rId10"/>
    <p:sldId id="290" r:id="rId11"/>
    <p:sldId id="291" r:id="rId12"/>
    <p:sldId id="292" r:id="rId13"/>
    <p:sldId id="293" r:id="rId14"/>
    <p:sldId id="294" r:id="rId15"/>
    <p:sldId id="295" r:id="rId16"/>
    <p:sldId id="296" r:id="rId17"/>
    <p:sldId id="297" r:id="rId18"/>
    <p:sldId id="298" r:id="rId19"/>
    <p:sldId id="299" r:id="rId20"/>
    <p:sldId id="300" r:id="rId21"/>
    <p:sldId id="301" r:id="rId22"/>
    <p:sldId id="259" r:id="rId23"/>
    <p:sldId id="25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B0EF"/>
    <a:srgbClr val="EA7E68"/>
    <a:srgbClr val="FFFFFF"/>
    <a:srgbClr val="F39E34"/>
    <a:srgbClr val="23AAAD"/>
    <a:srgbClr val="1B13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55" autoAdjust="0"/>
    <p:restoredTop sz="87322" autoAdjust="0"/>
  </p:normalViewPr>
  <p:slideViewPr>
    <p:cSldViewPr snapToGrid="0">
      <p:cViewPr varScale="1">
        <p:scale>
          <a:sx n="55" d="100"/>
          <a:sy n="55" d="100"/>
        </p:scale>
        <p:origin x="44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07T04:29:13.55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07T04:29:14.24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07T04:29:15.48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07T04:29:16.08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8DE5F0-F600-46C3-AE4D-5148C69FFBAD}" type="datetimeFigureOut">
              <a:rPr lang="en-US" smtClean="0"/>
              <a:t>10/7/2025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0EF6FF-9132-45E0-97B0-6601D5F6581F}" type="slidenum">
              <a:rPr lang="en-US" smtClean="0"/>
              <a:t>‹#›</a:t>
            </a:fld>
            <a:endParaRPr lang="en-US"/>
          </a:p>
        </p:txBody>
      </p:sp>
    </p:spTree>
    <p:extLst>
      <p:ext uri="{BB962C8B-B14F-4D97-AF65-F5344CB8AC3E}">
        <p14:creationId xmlns:p14="http://schemas.microsoft.com/office/powerpoint/2010/main" val="794207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C58DA-DB18-5DFE-C6ED-5C0E5BE9A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FE5052-7CE1-B1CB-93FD-9E7E10839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A672DE-6241-691F-6B1E-D26C1B8BB91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159DAF1-CCF9-11DD-5DAD-A95F95045229}"/>
              </a:ext>
            </a:extLst>
          </p:cNvPr>
          <p:cNvSpPr>
            <a:spLocks noGrp="1"/>
          </p:cNvSpPr>
          <p:nvPr>
            <p:ph type="sldNum" sz="quarter" idx="5"/>
          </p:nvPr>
        </p:nvSpPr>
        <p:spPr/>
        <p:txBody>
          <a:bodyPr/>
          <a:lstStyle/>
          <a:p>
            <a:fld id="{410EF6FF-9132-45E0-97B0-6601D5F6581F}" type="slidenum">
              <a:rPr lang="en-US" smtClean="0"/>
              <a:t>2</a:t>
            </a:fld>
            <a:endParaRPr lang="en-US"/>
          </a:p>
        </p:txBody>
      </p:sp>
    </p:spTree>
    <p:extLst>
      <p:ext uri="{BB962C8B-B14F-4D97-AF65-F5344CB8AC3E}">
        <p14:creationId xmlns:p14="http://schemas.microsoft.com/office/powerpoint/2010/main" val="582530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10EF6FF-9132-45E0-97B0-6601D5F6581F}" type="slidenum">
              <a:rPr lang="en-US" smtClean="0"/>
              <a:t>6</a:t>
            </a:fld>
            <a:endParaRPr lang="en-US"/>
          </a:p>
        </p:txBody>
      </p:sp>
    </p:spTree>
    <p:extLst>
      <p:ext uri="{BB962C8B-B14F-4D97-AF65-F5344CB8AC3E}">
        <p14:creationId xmlns:p14="http://schemas.microsoft.com/office/powerpoint/2010/main" val="1620486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9DE9B-9A6B-E56B-3A2E-48544F06B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B8E850-7BF3-F953-0587-699BF69EE6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31E806-44D7-F165-8A01-EBB92CDA887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782158-080C-8795-393F-0DC573462855}"/>
              </a:ext>
            </a:extLst>
          </p:cNvPr>
          <p:cNvSpPr>
            <a:spLocks noGrp="1"/>
          </p:cNvSpPr>
          <p:nvPr>
            <p:ph type="sldNum" sz="quarter" idx="5"/>
          </p:nvPr>
        </p:nvSpPr>
        <p:spPr/>
        <p:txBody>
          <a:bodyPr/>
          <a:lstStyle/>
          <a:p>
            <a:fld id="{410EF6FF-9132-45E0-97B0-6601D5F6581F}" type="slidenum">
              <a:rPr lang="en-US" smtClean="0"/>
              <a:t>8</a:t>
            </a:fld>
            <a:endParaRPr lang="en-US"/>
          </a:p>
        </p:txBody>
      </p:sp>
    </p:spTree>
    <p:extLst>
      <p:ext uri="{BB962C8B-B14F-4D97-AF65-F5344CB8AC3E}">
        <p14:creationId xmlns:p14="http://schemas.microsoft.com/office/powerpoint/2010/main" val="3630079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10EF6FF-9132-45E0-97B0-6601D5F6581F}" type="slidenum">
              <a:rPr lang="en-US" smtClean="0"/>
              <a:t>22</a:t>
            </a:fld>
            <a:endParaRPr lang="en-US"/>
          </a:p>
        </p:txBody>
      </p:sp>
    </p:spTree>
    <p:extLst>
      <p:ext uri="{BB962C8B-B14F-4D97-AF65-F5344CB8AC3E}">
        <p14:creationId xmlns:p14="http://schemas.microsoft.com/office/powerpoint/2010/main" val="2217890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DE9D4-CBBD-39CF-AB04-BF492945BE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C9F787-A6F0-B4AA-E084-B6E6A2965A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597AC2-B99D-4E92-643D-E755FB13459C}"/>
              </a:ext>
            </a:extLst>
          </p:cNvPr>
          <p:cNvSpPr>
            <a:spLocks noGrp="1"/>
          </p:cNvSpPr>
          <p:nvPr>
            <p:ph type="dt" sz="half" idx="10"/>
          </p:nvPr>
        </p:nvSpPr>
        <p:spPr/>
        <p:txBody>
          <a:bodyPr/>
          <a:lstStyle/>
          <a:p>
            <a:fld id="{DA413C4F-2936-4BF0-8A7B-C9732744045A}" type="datetime1">
              <a:rPr lang="en-US" smtClean="0"/>
              <a:t>10/7/2025</a:t>
            </a:fld>
            <a:endParaRPr lang="en-US"/>
          </a:p>
        </p:txBody>
      </p:sp>
      <p:sp>
        <p:nvSpPr>
          <p:cNvPr id="5" name="Footer Placeholder 4">
            <a:extLst>
              <a:ext uri="{FF2B5EF4-FFF2-40B4-BE49-F238E27FC236}">
                <a16:creationId xmlns:a16="http://schemas.microsoft.com/office/drawing/2014/main" id="{50E3E8F1-0B97-8411-9791-E2816322DD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EAFF63-8290-6775-8277-205603A4EB61}"/>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2265183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1706E-CA7F-38DC-3ABC-4F852DF7F7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62F1B5-7512-79D3-6D27-ACE3DE8EBA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CBC36-52A8-E007-5F87-D62CEE285475}"/>
              </a:ext>
            </a:extLst>
          </p:cNvPr>
          <p:cNvSpPr>
            <a:spLocks noGrp="1"/>
          </p:cNvSpPr>
          <p:nvPr>
            <p:ph type="dt" sz="half" idx="10"/>
          </p:nvPr>
        </p:nvSpPr>
        <p:spPr/>
        <p:txBody>
          <a:bodyPr/>
          <a:lstStyle/>
          <a:p>
            <a:fld id="{544F397C-D30A-4BA3-A745-B39B22CEA3CD}" type="datetime1">
              <a:rPr lang="en-US" smtClean="0"/>
              <a:t>10/7/2025</a:t>
            </a:fld>
            <a:endParaRPr lang="en-US"/>
          </a:p>
        </p:txBody>
      </p:sp>
      <p:sp>
        <p:nvSpPr>
          <p:cNvPr id="5" name="Footer Placeholder 4">
            <a:extLst>
              <a:ext uri="{FF2B5EF4-FFF2-40B4-BE49-F238E27FC236}">
                <a16:creationId xmlns:a16="http://schemas.microsoft.com/office/drawing/2014/main" id="{0843E764-0E8F-32F3-959D-0F804A37A0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9B5893-D3ED-A111-1DE0-119AD82E1D7D}"/>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2706830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14975-5492-925A-B15F-E8CC6C3014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45FB7A-94FF-7667-A5AE-CDBA3EED9B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6378E6-0E53-3566-5185-3282A7ACF43B}"/>
              </a:ext>
            </a:extLst>
          </p:cNvPr>
          <p:cNvSpPr>
            <a:spLocks noGrp="1"/>
          </p:cNvSpPr>
          <p:nvPr>
            <p:ph type="dt" sz="half" idx="10"/>
          </p:nvPr>
        </p:nvSpPr>
        <p:spPr/>
        <p:txBody>
          <a:bodyPr/>
          <a:lstStyle/>
          <a:p>
            <a:fld id="{26447902-B311-4163-B9B4-5AF4175A048D}" type="datetime1">
              <a:rPr lang="en-US" smtClean="0"/>
              <a:t>10/7/2025</a:t>
            </a:fld>
            <a:endParaRPr lang="en-US"/>
          </a:p>
        </p:txBody>
      </p:sp>
      <p:sp>
        <p:nvSpPr>
          <p:cNvPr id="5" name="Footer Placeholder 4">
            <a:extLst>
              <a:ext uri="{FF2B5EF4-FFF2-40B4-BE49-F238E27FC236}">
                <a16:creationId xmlns:a16="http://schemas.microsoft.com/office/drawing/2014/main" id="{EC894B46-3170-CA59-EB06-0A7AC393A3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0B8DCD-0235-FAC9-2827-6C5C8B105C5F}"/>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410764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B336E-6F64-9716-79F6-09C1859BCF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38254C-3BFA-9701-AC0A-69FFD312B9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13CF7D-60F3-4DD1-50E0-47BBB8577C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75E01B-DD97-C969-E069-6D67223589FF}"/>
              </a:ext>
            </a:extLst>
          </p:cNvPr>
          <p:cNvSpPr>
            <a:spLocks noGrp="1"/>
          </p:cNvSpPr>
          <p:nvPr>
            <p:ph type="dt" sz="half" idx="10"/>
          </p:nvPr>
        </p:nvSpPr>
        <p:spPr/>
        <p:txBody>
          <a:bodyPr/>
          <a:lstStyle/>
          <a:p>
            <a:fld id="{779A273A-63D5-4196-BFA6-F7A25B7D425B}" type="datetime1">
              <a:rPr lang="en-US" smtClean="0"/>
              <a:t>10/7/2025</a:t>
            </a:fld>
            <a:endParaRPr lang="en-US"/>
          </a:p>
        </p:txBody>
      </p:sp>
      <p:sp>
        <p:nvSpPr>
          <p:cNvPr id="6" name="Footer Placeholder 5">
            <a:extLst>
              <a:ext uri="{FF2B5EF4-FFF2-40B4-BE49-F238E27FC236}">
                <a16:creationId xmlns:a16="http://schemas.microsoft.com/office/drawing/2014/main" id="{6095A4BF-086F-98BB-F707-75DF6DF49F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03B833-D94C-1AC9-CFFD-831D8DA12EED}"/>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3166536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19E33-AED8-B87B-9CC4-4BAB91FC33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1B38AB0-C97E-6DAB-D4F9-4E6E880A75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0FB543-54DF-5442-98C7-915747DAA1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C64A0E-6894-69A9-F1E4-675924EDF4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49B4D7-7FE4-E06D-00C8-F9CB7BAB3D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CC1D51-1765-5933-46E9-9583E41C6F79}"/>
              </a:ext>
            </a:extLst>
          </p:cNvPr>
          <p:cNvSpPr>
            <a:spLocks noGrp="1"/>
          </p:cNvSpPr>
          <p:nvPr>
            <p:ph type="dt" sz="half" idx="10"/>
          </p:nvPr>
        </p:nvSpPr>
        <p:spPr/>
        <p:txBody>
          <a:bodyPr/>
          <a:lstStyle/>
          <a:p>
            <a:fld id="{00DF5D04-096F-4CC3-8A9F-BEF3FF97AD28}" type="datetime1">
              <a:rPr lang="en-US" smtClean="0"/>
              <a:t>10/7/2025</a:t>
            </a:fld>
            <a:endParaRPr lang="en-US"/>
          </a:p>
        </p:txBody>
      </p:sp>
      <p:sp>
        <p:nvSpPr>
          <p:cNvPr id="8" name="Footer Placeholder 7">
            <a:extLst>
              <a:ext uri="{FF2B5EF4-FFF2-40B4-BE49-F238E27FC236}">
                <a16:creationId xmlns:a16="http://schemas.microsoft.com/office/drawing/2014/main" id="{99E0BF8D-CC19-4D88-8268-D162B908A2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F7C37E9-D6FF-6D2E-CCCD-69876A090DC2}"/>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2313169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FB4E4-AD40-0BBB-5B83-B34C871681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3383E0-E3BA-487A-F1CE-35C3E7036B59}"/>
              </a:ext>
            </a:extLst>
          </p:cNvPr>
          <p:cNvSpPr>
            <a:spLocks noGrp="1"/>
          </p:cNvSpPr>
          <p:nvPr>
            <p:ph type="dt" sz="half" idx="10"/>
          </p:nvPr>
        </p:nvSpPr>
        <p:spPr/>
        <p:txBody>
          <a:bodyPr/>
          <a:lstStyle/>
          <a:p>
            <a:fld id="{6E5DE7F0-6C32-4648-A5AB-DE727A66AA38}" type="datetime1">
              <a:rPr lang="en-US" smtClean="0"/>
              <a:t>10/7/2025</a:t>
            </a:fld>
            <a:endParaRPr lang="en-US"/>
          </a:p>
        </p:txBody>
      </p:sp>
      <p:sp>
        <p:nvSpPr>
          <p:cNvPr id="4" name="Footer Placeholder 3">
            <a:extLst>
              <a:ext uri="{FF2B5EF4-FFF2-40B4-BE49-F238E27FC236}">
                <a16:creationId xmlns:a16="http://schemas.microsoft.com/office/drawing/2014/main" id="{A3A2B5EC-367A-A661-0FF1-BABCDF90D2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9373EB-8547-A75B-B63A-8D83DF86A079}"/>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3125008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25240F-9D6E-5E5B-5739-A764AAD3F773}"/>
              </a:ext>
            </a:extLst>
          </p:cNvPr>
          <p:cNvSpPr>
            <a:spLocks noGrp="1"/>
          </p:cNvSpPr>
          <p:nvPr>
            <p:ph type="dt" sz="half" idx="10"/>
          </p:nvPr>
        </p:nvSpPr>
        <p:spPr/>
        <p:txBody>
          <a:bodyPr/>
          <a:lstStyle/>
          <a:p>
            <a:fld id="{CBF355F8-3F91-42E0-95A7-78C645604A2E}" type="datetime1">
              <a:rPr lang="en-US" smtClean="0"/>
              <a:t>10/7/2025</a:t>
            </a:fld>
            <a:endParaRPr lang="en-US"/>
          </a:p>
        </p:txBody>
      </p:sp>
      <p:sp>
        <p:nvSpPr>
          <p:cNvPr id="3" name="Footer Placeholder 2">
            <a:extLst>
              <a:ext uri="{FF2B5EF4-FFF2-40B4-BE49-F238E27FC236}">
                <a16:creationId xmlns:a16="http://schemas.microsoft.com/office/drawing/2014/main" id="{1B15E38A-2B47-3BE4-FDBB-F1DA85C4CF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73BECA-2872-CB7C-70B9-C193C728128F}"/>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2095997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B55EF-3FB5-CEEA-B5B9-DF825D069B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053C253-96E3-ADD3-298D-DC078E1CFA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379389-2AC9-39C4-5C51-4372015E3A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87FBA9-D34A-DF22-4030-7CC81ACCF968}"/>
              </a:ext>
            </a:extLst>
          </p:cNvPr>
          <p:cNvSpPr>
            <a:spLocks noGrp="1"/>
          </p:cNvSpPr>
          <p:nvPr>
            <p:ph type="dt" sz="half" idx="10"/>
          </p:nvPr>
        </p:nvSpPr>
        <p:spPr/>
        <p:txBody>
          <a:bodyPr/>
          <a:lstStyle/>
          <a:p>
            <a:fld id="{B19FDD3A-87FD-4B82-8C05-6DC079302848}" type="datetime1">
              <a:rPr lang="en-US" smtClean="0"/>
              <a:t>10/7/2025</a:t>
            </a:fld>
            <a:endParaRPr lang="en-US"/>
          </a:p>
        </p:txBody>
      </p:sp>
      <p:sp>
        <p:nvSpPr>
          <p:cNvPr id="6" name="Footer Placeholder 5">
            <a:extLst>
              <a:ext uri="{FF2B5EF4-FFF2-40B4-BE49-F238E27FC236}">
                <a16:creationId xmlns:a16="http://schemas.microsoft.com/office/drawing/2014/main" id="{5572565A-DCE6-BEB8-C0B4-AB737C219B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68F334-691D-4D47-5697-B841F7F0083C}"/>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1119004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AB2BD-9587-900E-7B78-C09E1220AF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994C592-D295-8F91-555F-5104C216DE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00948D-CF7C-759D-183B-4A97A197F4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E657F6-AD68-A51D-F55B-E1258283EEAF}"/>
              </a:ext>
            </a:extLst>
          </p:cNvPr>
          <p:cNvSpPr>
            <a:spLocks noGrp="1"/>
          </p:cNvSpPr>
          <p:nvPr>
            <p:ph type="dt" sz="half" idx="10"/>
          </p:nvPr>
        </p:nvSpPr>
        <p:spPr/>
        <p:txBody>
          <a:bodyPr/>
          <a:lstStyle/>
          <a:p>
            <a:fld id="{2559480D-E3DA-4E06-96D2-AEBB5C9E4D0F}" type="datetime1">
              <a:rPr lang="en-US" smtClean="0"/>
              <a:t>10/7/2025</a:t>
            </a:fld>
            <a:endParaRPr lang="en-US"/>
          </a:p>
        </p:txBody>
      </p:sp>
      <p:sp>
        <p:nvSpPr>
          <p:cNvPr id="6" name="Footer Placeholder 5">
            <a:extLst>
              <a:ext uri="{FF2B5EF4-FFF2-40B4-BE49-F238E27FC236}">
                <a16:creationId xmlns:a16="http://schemas.microsoft.com/office/drawing/2014/main" id="{875BE1E4-7D6D-F6F3-7A20-AD503FA275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A550FD-9475-C54F-A97D-75D4461306DA}"/>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2548440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6DE25-DCBC-D358-9606-1AFAC0C1AA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FE9CA90-1A03-8F33-D4D4-698AE6B2B1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136D4-D9FF-3984-32C8-E310533CA01C}"/>
              </a:ext>
            </a:extLst>
          </p:cNvPr>
          <p:cNvSpPr>
            <a:spLocks noGrp="1"/>
          </p:cNvSpPr>
          <p:nvPr>
            <p:ph type="dt" sz="half" idx="10"/>
          </p:nvPr>
        </p:nvSpPr>
        <p:spPr/>
        <p:txBody>
          <a:bodyPr/>
          <a:lstStyle/>
          <a:p>
            <a:fld id="{0BBBD015-6F58-4F00-91D1-FA32DB310AC7}" type="datetime1">
              <a:rPr lang="en-US" smtClean="0"/>
              <a:t>10/7/2025</a:t>
            </a:fld>
            <a:endParaRPr lang="en-US"/>
          </a:p>
        </p:txBody>
      </p:sp>
      <p:sp>
        <p:nvSpPr>
          <p:cNvPr id="5" name="Footer Placeholder 4">
            <a:extLst>
              <a:ext uri="{FF2B5EF4-FFF2-40B4-BE49-F238E27FC236}">
                <a16:creationId xmlns:a16="http://schemas.microsoft.com/office/drawing/2014/main" id="{8EB007F2-5888-0388-EEC2-737DB1C45F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1E26C5-0E2E-A976-A6BA-B4D7B6726757}"/>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3097459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E24D53-CB44-64E5-F537-B0AC6B350FB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E269E02-5B4E-B2E2-BF0E-FFAB403EC1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EF28F0-7539-0FB2-62D6-933FEFE284A5}"/>
              </a:ext>
            </a:extLst>
          </p:cNvPr>
          <p:cNvSpPr>
            <a:spLocks noGrp="1"/>
          </p:cNvSpPr>
          <p:nvPr>
            <p:ph type="dt" sz="half" idx="10"/>
          </p:nvPr>
        </p:nvSpPr>
        <p:spPr/>
        <p:txBody>
          <a:bodyPr/>
          <a:lstStyle/>
          <a:p>
            <a:fld id="{FFAF091A-E98B-49DD-94B0-F22C4B4E4567}" type="datetime1">
              <a:rPr lang="en-US" smtClean="0"/>
              <a:t>10/7/2025</a:t>
            </a:fld>
            <a:endParaRPr lang="en-US"/>
          </a:p>
        </p:txBody>
      </p:sp>
      <p:sp>
        <p:nvSpPr>
          <p:cNvPr id="5" name="Footer Placeholder 4">
            <a:extLst>
              <a:ext uri="{FF2B5EF4-FFF2-40B4-BE49-F238E27FC236}">
                <a16:creationId xmlns:a16="http://schemas.microsoft.com/office/drawing/2014/main" id="{A3A0D598-96DB-8BDF-7A86-05A1D81CF0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EC07A8-426C-583A-2AB9-069E9B29C80B}"/>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2750939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FA0F04-FAD4-97D9-A6C1-4A94253481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34B0C2-37FD-4F81-D9FA-1A82879BFC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CB38CD-676D-868D-91EF-E89C850F79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CA6546-2E58-4AEE-B35E-1E0CF3E277FE}" type="datetime1">
              <a:rPr lang="en-US" smtClean="0"/>
              <a:t>10/7/2025</a:t>
            </a:fld>
            <a:endParaRPr lang="en-US"/>
          </a:p>
        </p:txBody>
      </p:sp>
      <p:sp>
        <p:nvSpPr>
          <p:cNvPr id="5" name="Footer Placeholder 4">
            <a:extLst>
              <a:ext uri="{FF2B5EF4-FFF2-40B4-BE49-F238E27FC236}">
                <a16:creationId xmlns:a16="http://schemas.microsoft.com/office/drawing/2014/main" id="{AA571AA0-E6E0-8ED1-29A0-12D5FC02FF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C99B170-770F-E884-8E03-34B29117A0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2F9677-0272-47B3-8877-9BCDB58A6C4D}" type="slidenum">
              <a:rPr lang="en-US" smtClean="0"/>
              <a:t>‹#›</a:t>
            </a:fld>
            <a:endParaRPr lang="en-US"/>
          </a:p>
        </p:txBody>
      </p:sp>
    </p:spTree>
    <p:extLst>
      <p:ext uri="{BB962C8B-B14F-4D97-AF65-F5344CB8AC3E}">
        <p14:creationId xmlns:p14="http://schemas.microsoft.com/office/powerpoint/2010/main" val="1895986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ustomXml" Target="../ink/ink1.xml"/><Relationship Id="rId5" Type="http://schemas.openxmlformats.org/officeDocument/2006/relationships/image" Target="../media/image7.png"/><Relationship Id="rId10" Type="http://schemas.openxmlformats.org/officeDocument/2006/relationships/customXml" Target="../ink/ink4.xml"/><Relationship Id="rId4" Type="http://schemas.openxmlformats.org/officeDocument/2006/relationships/image" Target="../media/image3.svg"/><Relationship Id="rId9" Type="http://schemas.openxmlformats.org/officeDocument/2006/relationships/customXml" Target="../ink/ink3.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1.svg"/><Relationship Id="rId4" Type="http://schemas.openxmlformats.org/officeDocument/2006/relationships/image" Target="../media/image3.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3A5304-1DD4-1448-EB8F-F50DA11AEA9F}"/>
              </a:ext>
            </a:extLst>
          </p:cNvPr>
          <p:cNvSpPr/>
          <p:nvPr/>
        </p:nvSpPr>
        <p:spPr>
          <a:xfrm>
            <a:off x="5862" y="708"/>
            <a:ext cx="12192000" cy="7142831"/>
          </a:xfrm>
          <a:prstGeom prst="rect">
            <a:avLst/>
          </a:prstGeom>
          <a:solidFill>
            <a:srgbClr val="1B134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5400" dirty="0">
              <a:ea typeface="+mn-lt"/>
              <a:cs typeface="+mn-lt"/>
            </a:endParaRPr>
          </a:p>
        </p:txBody>
      </p:sp>
      <p:sp>
        <p:nvSpPr>
          <p:cNvPr id="9" name="Oval 8">
            <a:extLst>
              <a:ext uri="{FF2B5EF4-FFF2-40B4-BE49-F238E27FC236}">
                <a16:creationId xmlns:a16="http://schemas.microsoft.com/office/drawing/2014/main" id="{02494D9B-A64C-5821-35E0-80140852AFAD}"/>
              </a:ext>
            </a:extLst>
          </p:cNvPr>
          <p:cNvSpPr/>
          <p:nvPr/>
        </p:nvSpPr>
        <p:spPr>
          <a:xfrm>
            <a:off x="11723" y="106216"/>
            <a:ext cx="1709057" cy="692675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 name="Group 19">
            <a:extLst>
              <a:ext uri="{FF2B5EF4-FFF2-40B4-BE49-F238E27FC236}">
                <a16:creationId xmlns:a16="http://schemas.microsoft.com/office/drawing/2014/main" id="{2E0B9D15-33D0-DD82-F9B9-A62E397585AB}"/>
              </a:ext>
            </a:extLst>
          </p:cNvPr>
          <p:cNvGrpSpPr/>
          <p:nvPr/>
        </p:nvGrpSpPr>
        <p:grpSpPr>
          <a:xfrm rot="9009327">
            <a:off x="4849903" y="-21907"/>
            <a:ext cx="2517636" cy="7438216"/>
            <a:chOff x="3753542" y="990487"/>
            <a:chExt cx="2046332" cy="4876222"/>
          </a:xfrm>
        </p:grpSpPr>
        <p:sp>
          <p:nvSpPr>
            <p:cNvPr id="12" name="Oval 11">
              <a:extLst>
                <a:ext uri="{FF2B5EF4-FFF2-40B4-BE49-F238E27FC236}">
                  <a16:creationId xmlns:a16="http://schemas.microsoft.com/office/drawing/2014/main" id="{EE8F1EA6-1449-2D14-64DF-6AE6F61827F1}"/>
                </a:ext>
              </a:extLst>
            </p:cNvPr>
            <p:cNvSpPr/>
            <p:nvPr/>
          </p:nvSpPr>
          <p:spPr>
            <a:xfrm rot="2843287">
              <a:off x="3753542" y="3846218"/>
              <a:ext cx="2020491" cy="2020491"/>
            </a:xfrm>
            <a:custGeom>
              <a:avLst/>
              <a:gdLst>
                <a:gd name="connsiteX0" fmla="*/ 0 w 4040981"/>
                <a:gd name="connsiteY0" fmla="*/ 2020491 h 4040981"/>
                <a:gd name="connsiteX1" fmla="*/ 2020491 w 4040981"/>
                <a:gd name="connsiteY1" fmla="*/ 0 h 4040981"/>
                <a:gd name="connsiteX2" fmla="*/ 4040982 w 4040981"/>
                <a:gd name="connsiteY2" fmla="*/ 2020491 h 4040981"/>
                <a:gd name="connsiteX3" fmla="*/ 2020491 w 4040981"/>
                <a:gd name="connsiteY3" fmla="*/ 4040982 h 4040981"/>
                <a:gd name="connsiteX4" fmla="*/ 0 w 4040981"/>
                <a:gd name="connsiteY4" fmla="*/ 2020491 h 4040981"/>
                <a:gd name="connsiteX0" fmla="*/ 2020491 w 4040982"/>
                <a:gd name="connsiteY0" fmla="*/ 0 h 4040982"/>
                <a:gd name="connsiteX1" fmla="*/ 4040982 w 4040982"/>
                <a:gd name="connsiteY1" fmla="*/ 2020491 h 4040982"/>
                <a:gd name="connsiteX2" fmla="*/ 2020491 w 4040982"/>
                <a:gd name="connsiteY2" fmla="*/ 4040982 h 4040982"/>
                <a:gd name="connsiteX3" fmla="*/ 0 w 4040982"/>
                <a:gd name="connsiteY3" fmla="*/ 2020491 h 4040982"/>
                <a:gd name="connsiteX4" fmla="*/ 2111931 w 4040982"/>
                <a:gd name="connsiteY4" fmla="*/ 91440 h 4040982"/>
                <a:gd name="connsiteX0" fmla="*/ 2020491 w 4040982"/>
                <a:gd name="connsiteY0" fmla="*/ 0 h 4040982"/>
                <a:gd name="connsiteX1" fmla="*/ 4040982 w 4040982"/>
                <a:gd name="connsiteY1" fmla="*/ 2020491 h 4040982"/>
                <a:gd name="connsiteX2" fmla="*/ 2020491 w 4040982"/>
                <a:gd name="connsiteY2" fmla="*/ 4040982 h 4040982"/>
                <a:gd name="connsiteX3" fmla="*/ 0 w 4040982"/>
                <a:gd name="connsiteY3" fmla="*/ 2020491 h 4040982"/>
                <a:gd name="connsiteX0" fmla="*/ 4040982 w 4040982"/>
                <a:gd name="connsiteY0" fmla="*/ 0 h 2020491"/>
                <a:gd name="connsiteX1" fmla="*/ 2020491 w 4040982"/>
                <a:gd name="connsiteY1" fmla="*/ 2020491 h 2020491"/>
                <a:gd name="connsiteX2" fmla="*/ 0 w 4040982"/>
                <a:gd name="connsiteY2" fmla="*/ 0 h 2020491"/>
                <a:gd name="connsiteX0" fmla="*/ 2020491 w 2020491"/>
                <a:gd name="connsiteY0" fmla="*/ 0 h 2020491"/>
                <a:gd name="connsiteX1" fmla="*/ 0 w 2020491"/>
                <a:gd name="connsiteY1" fmla="*/ 2020491 h 2020491"/>
              </a:gdLst>
              <a:ahLst/>
              <a:cxnLst>
                <a:cxn ang="0">
                  <a:pos x="connsiteX0" y="connsiteY0"/>
                </a:cxn>
                <a:cxn ang="0">
                  <a:pos x="connsiteX1" y="connsiteY1"/>
                </a:cxn>
              </a:cxnLst>
              <a:rect l="l" t="t" r="r" b="b"/>
              <a:pathLst>
                <a:path w="2020491" h="2020491">
                  <a:moveTo>
                    <a:pt x="2020491" y="0"/>
                  </a:moveTo>
                  <a:cubicBezTo>
                    <a:pt x="2020491" y="1115886"/>
                    <a:pt x="1115886" y="2020491"/>
                    <a:pt x="0" y="2020491"/>
                  </a:cubicBezTo>
                </a:path>
              </a:pathLst>
            </a:custGeom>
            <a:noFill/>
            <a:ln w="403225" cap="rnd">
              <a:gradFill>
                <a:gsLst>
                  <a:gs pos="0">
                    <a:schemeClr val="bg1"/>
                  </a:gs>
                  <a:gs pos="100000">
                    <a:srgbClr val="23AAAD"/>
                  </a:gs>
                </a:gsLst>
                <a:lin ang="21594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6BA0D63-1A8C-FA71-AF34-8D981C9DA020}"/>
                </a:ext>
              </a:extLst>
            </p:cNvPr>
            <p:cNvSpPr/>
            <p:nvPr/>
          </p:nvSpPr>
          <p:spPr>
            <a:xfrm rot="18815050">
              <a:off x="3779383" y="990487"/>
              <a:ext cx="2020491" cy="2020491"/>
            </a:xfrm>
            <a:custGeom>
              <a:avLst/>
              <a:gdLst>
                <a:gd name="connsiteX0" fmla="*/ 0 w 4040981"/>
                <a:gd name="connsiteY0" fmla="*/ 2020491 h 4040981"/>
                <a:gd name="connsiteX1" fmla="*/ 2020491 w 4040981"/>
                <a:gd name="connsiteY1" fmla="*/ 0 h 4040981"/>
                <a:gd name="connsiteX2" fmla="*/ 4040982 w 4040981"/>
                <a:gd name="connsiteY2" fmla="*/ 2020491 h 4040981"/>
                <a:gd name="connsiteX3" fmla="*/ 2020491 w 4040981"/>
                <a:gd name="connsiteY3" fmla="*/ 4040982 h 4040981"/>
                <a:gd name="connsiteX4" fmla="*/ 0 w 4040981"/>
                <a:gd name="connsiteY4" fmla="*/ 2020491 h 4040981"/>
                <a:gd name="connsiteX0" fmla="*/ 0 w 4040982"/>
                <a:gd name="connsiteY0" fmla="*/ 2020491 h 4040982"/>
                <a:gd name="connsiteX1" fmla="*/ 2020491 w 4040982"/>
                <a:gd name="connsiteY1" fmla="*/ 0 h 4040982"/>
                <a:gd name="connsiteX2" fmla="*/ 4040982 w 4040982"/>
                <a:gd name="connsiteY2" fmla="*/ 2020491 h 4040982"/>
                <a:gd name="connsiteX3" fmla="*/ 2020491 w 4040982"/>
                <a:gd name="connsiteY3" fmla="*/ 4040982 h 4040982"/>
                <a:gd name="connsiteX4" fmla="*/ 91440 w 4040982"/>
                <a:gd name="connsiteY4" fmla="*/ 2111931 h 4040982"/>
                <a:gd name="connsiteX0" fmla="*/ 1935425 w 3955916"/>
                <a:gd name="connsiteY0" fmla="*/ 0 h 4040982"/>
                <a:gd name="connsiteX1" fmla="*/ 3955916 w 3955916"/>
                <a:gd name="connsiteY1" fmla="*/ 2020491 h 4040982"/>
                <a:gd name="connsiteX2" fmla="*/ 1935425 w 3955916"/>
                <a:gd name="connsiteY2" fmla="*/ 4040982 h 4040982"/>
                <a:gd name="connsiteX3" fmla="*/ 6374 w 3955916"/>
                <a:gd name="connsiteY3" fmla="*/ 2111931 h 4040982"/>
                <a:gd name="connsiteX0" fmla="*/ 0 w 2020491"/>
                <a:gd name="connsiteY0" fmla="*/ 0 h 4040982"/>
                <a:gd name="connsiteX1" fmla="*/ 2020491 w 2020491"/>
                <a:gd name="connsiteY1" fmla="*/ 2020491 h 4040982"/>
                <a:gd name="connsiteX2" fmla="*/ 0 w 2020491"/>
                <a:gd name="connsiteY2" fmla="*/ 4040982 h 4040982"/>
                <a:gd name="connsiteX0" fmla="*/ 0 w 2020491"/>
                <a:gd name="connsiteY0" fmla="*/ 0 h 2020491"/>
                <a:gd name="connsiteX1" fmla="*/ 2020491 w 2020491"/>
                <a:gd name="connsiteY1" fmla="*/ 2020491 h 2020491"/>
              </a:gdLst>
              <a:ahLst/>
              <a:cxnLst>
                <a:cxn ang="0">
                  <a:pos x="connsiteX0" y="connsiteY0"/>
                </a:cxn>
                <a:cxn ang="0">
                  <a:pos x="connsiteX1" y="connsiteY1"/>
                </a:cxn>
              </a:cxnLst>
              <a:rect l="l" t="t" r="r" b="b"/>
              <a:pathLst>
                <a:path w="2020491" h="2020491">
                  <a:moveTo>
                    <a:pt x="0" y="0"/>
                  </a:moveTo>
                  <a:cubicBezTo>
                    <a:pt x="1115886" y="0"/>
                    <a:pt x="2020491" y="904605"/>
                    <a:pt x="2020491" y="2020491"/>
                  </a:cubicBezTo>
                </a:path>
              </a:pathLst>
            </a:custGeom>
            <a:noFill/>
            <a:ln w="403225" cap="rnd">
              <a:gradFill>
                <a:gsLst>
                  <a:gs pos="100000">
                    <a:schemeClr val="bg1"/>
                  </a:gs>
                  <a:gs pos="0">
                    <a:srgbClr val="F39E34"/>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
            </a:p>
          </p:txBody>
        </p:sp>
      </p:grpSp>
      <p:sp>
        <p:nvSpPr>
          <p:cNvPr id="17" name="Flowchart: Connector 16">
            <a:extLst>
              <a:ext uri="{FF2B5EF4-FFF2-40B4-BE49-F238E27FC236}">
                <a16:creationId xmlns:a16="http://schemas.microsoft.com/office/drawing/2014/main" id="{4C91A7A9-76C6-5C2E-478B-78958A205DC7}"/>
              </a:ext>
            </a:extLst>
          </p:cNvPr>
          <p:cNvSpPr/>
          <p:nvPr/>
        </p:nvSpPr>
        <p:spPr>
          <a:xfrm>
            <a:off x="7972364" y="1719381"/>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Connector 17">
            <a:extLst>
              <a:ext uri="{FF2B5EF4-FFF2-40B4-BE49-F238E27FC236}">
                <a16:creationId xmlns:a16="http://schemas.microsoft.com/office/drawing/2014/main" id="{6C79B913-9121-C0E3-775A-7CF709668169}"/>
              </a:ext>
            </a:extLst>
          </p:cNvPr>
          <p:cNvSpPr/>
          <p:nvPr/>
        </p:nvSpPr>
        <p:spPr>
          <a:xfrm>
            <a:off x="4793747" y="5931891"/>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Connector 18">
            <a:extLst>
              <a:ext uri="{FF2B5EF4-FFF2-40B4-BE49-F238E27FC236}">
                <a16:creationId xmlns:a16="http://schemas.microsoft.com/office/drawing/2014/main" id="{7D55A065-5D8F-699B-CAD5-956600A06FD1}"/>
              </a:ext>
            </a:extLst>
          </p:cNvPr>
          <p:cNvSpPr/>
          <p:nvPr/>
        </p:nvSpPr>
        <p:spPr>
          <a:xfrm>
            <a:off x="10036114" y="5306646"/>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7F52F024-178F-4960-6EC5-A5B6B07D9C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5294" y="209112"/>
            <a:ext cx="961988" cy="961988"/>
          </a:xfrm>
          <a:prstGeom prst="rect">
            <a:avLst/>
          </a:prstGeom>
        </p:spPr>
      </p:pic>
      <p:sp>
        <p:nvSpPr>
          <p:cNvPr id="2" name="Title 1">
            <a:extLst>
              <a:ext uri="{FF2B5EF4-FFF2-40B4-BE49-F238E27FC236}">
                <a16:creationId xmlns:a16="http://schemas.microsoft.com/office/drawing/2014/main" id="{D1D5FA84-5D13-04AA-2475-9DE43E700BA7}"/>
              </a:ext>
            </a:extLst>
          </p:cNvPr>
          <p:cNvSpPr>
            <a:spLocks noGrp="1"/>
          </p:cNvSpPr>
          <p:nvPr>
            <p:ph type="ctrTitle"/>
          </p:nvPr>
        </p:nvSpPr>
        <p:spPr>
          <a:xfrm>
            <a:off x="1967695" y="2257063"/>
            <a:ext cx="9028253" cy="2067828"/>
          </a:xfrm>
        </p:spPr>
        <p:txBody>
          <a:bodyPr>
            <a:normAutofit/>
          </a:bodyPr>
          <a:lstStyle/>
          <a:p>
            <a:r>
              <a:rPr lang="en-IN" sz="3600" b="1" dirty="0">
                <a:solidFill>
                  <a:srgbClr val="C00000"/>
                </a:solidFill>
                <a:effectLst/>
                <a:latin typeface="Times New Roman" panose="02020603050405020304" pitchFamily="18" charset="0"/>
                <a:ea typeface="Calibri" panose="020F0502020204030204" pitchFamily="34" charset="0"/>
              </a:rPr>
              <a:t>Secure Python Login And </a:t>
            </a:r>
            <a:r>
              <a:rPr lang="en-IN" sz="3600" b="1" dirty="0" err="1">
                <a:solidFill>
                  <a:srgbClr val="C00000"/>
                </a:solidFill>
                <a:effectLst/>
                <a:latin typeface="Times New Roman" panose="02020603050405020304" pitchFamily="18" charset="0"/>
                <a:ea typeface="Calibri" panose="020F0502020204030204" pitchFamily="34" charset="0"/>
              </a:rPr>
              <a:t>Jwt</a:t>
            </a:r>
            <a:r>
              <a:rPr lang="en-IN" sz="3600" b="1" dirty="0">
                <a:solidFill>
                  <a:srgbClr val="C00000"/>
                </a:solidFill>
                <a:effectLst/>
                <a:latin typeface="Times New Roman" panose="02020603050405020304" pitchFamily="18" charset="0"/>
                <a:ea typeface="Calibri" panose="020F0502020204030204" pitchFamily="34" charset="0"/>
              </a:rPr>
              <a:t> Security Powered By Python </a:t>
            </a:r>
            <a:br>
              <a:rPr lang="en-IN" sz="3600" b="1" dirty="0">
                <a:solidFill>
                  <a:srgbClr val="C00000"/>
                </a:solidFill>
                <a:effectLst/>
                <a:latin typeface="Times New Roman" panose="02020603050405020304" pitchFamily="18" charset="0"/>
                <a:ea typeface="Calibri" panose="020F0502020204030204" pitchFamily="34" charset="0"/>
              </a:rPr>
            </a:br>
            <a:r>
              <a:rPr lang="en-IN" sz="3600" b="1" dirty="0">
                <a:solidFill>
                  <a:srgbClr val="C00000"/>
                </a:solidFill>
                <a:effectLst/>
                <a:latin typeface="Times New Roman" panose="02020603050405020304" pitchFamily="18" charset="0"/>
                <a:ea typeface="Calibri" panose="020F0502020204030204" pitchFamily="34" charset="0"/>
              </a:rPr>
              <a:t>&amp;Dynamic RBAC &amp; MongoDB With Fast Api</a:t>
            </a:r>
            <a:endParaRPr lang="en-IN" sz="3600" b="1" dirty="0"/>
          </a:p>
        </p:txBody>
      </p:sp>
    </p:spTree>
    <p:extLst>
      <p:ext uri="{BB962C8B-B14F-4D97-AF65-F5344CB8AC3E}">
        <p14:creationId xmlns:p14="http://schemas.microsoft.com/office/powerpoint/2010/main" val="2256709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551E2-5E7D-11D4-8519-E5B061ECF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B1C314-F35F-D34D-E2E0-CB11D2E6EACC}"/>
              </a:ext>
            </a:extLst>
          </p:cNvPr>
          <p:cNvSpPr>
            <a:spLocks noGrp="1"/>
          </p:cNvSpPr>
          <p:nvPr>
            <p:ph type="title"/>
          </p:nvPr>
        </p:nvSpPr>
        <p:spPr/>
        <p:txBody>
          <a:bodyPr>
            <a:normAutofit/>
          </a:bodyPr>
          <a:lstStyle/>
          <a:p>
            <a:pPr algn="ctr"/>
            <a:r>
              <a:rPr lang="en-IN" sz="4000" b="1" dirty="0">
                <a:latin typeface="Times New Roman" panose="02020603050405020304" pitchFamily="18" charset="0"/>
                <a:cs typeface="Times New Roman" panose="02020603050405020304" pitchFamily="18" charset="0"/>
              </a:rPr>
              <a:t>ABSTRACT</a:t>
            </a:r>
            <a:endParaRPr 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60A2BC5-E200-A8EF-947F-D2D65E9B29AA}"/>
              </a:ext>
            </a:extLst>
          </p:cNvPr>
          <p:cNvSpPr>
            <a:spLocks noGrp="1"/>
          </p:cNvSpPr>
          <p:nvPr>
            <p:ph idx="1"/>
          </p:nvPr>
        </p:nvSpPr>
        <p:spPr>
          <a:xfrm>
            <a:off x="838199" y="1740959"/>
            <a:ext cx="10515591" cy="4280202"/>
          </a:xfrm>
        </p:spPr>
        <p:txBody>
          <a:bodyPr vert="horz" lIns="91440" tIns="45720" rIns="91440" bIns="45720" rtlCol="0" anchor="t">
            <a:normAutofit/>
          </a:bodyPr>
          <a:lstStyle/>
          <a:p>
            <a:pPr marL="0" indent="0" algn="just">
              <a:buNone/>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The rapid growth of web applications and digital platforms has increased the demand for secure, scalable, and efficient backend systems. This project, “Secure API Development with Fast API, MongoDB, JWT, and Role-Based Access Control (RBAC),” focuses on implementing robust security practices while designing RESTful APIs.</a:t>
            </a:r>
          </a:p>
          <a:p>
            <a:pPr marL="0" indent="0" algn="just">
              <a:buNone/>
            </a:pPr>
            <a:endParaRPr lang="en-US" dirty="0">
              <a:ea typeface="Calibri"/>
              <a:cs typeface="Calibri"/>
            </a:endParaRPr>
          </a:p>
        </p:txBody>
      </p:sp>
      <p:grpSp>
        <p:nvGrpSpPr>
          <p:cNvPr id="4" name="Group 3">
            <a:extLst>
              <a:ext uri="{FF2B5EF4-FFF2-40B4-BE49-F238E27FC236}">
                <a16:creationId xmlns:a16="http://schemas.microsoft.com/office/drawing/2014/main" id="{C16A2CF0-4EBB-27DD-C7A1-12777F840915}"/>
              </a:ext>
            </a:extLst>
          </p:cNvPr>
          <p:cNvGrpSpPr/>
          <p:nvPr/>
        </p:nvGrpSpPr>
        <p:grpSpPr>
          <a:xfrm>
            <a:off x="221986" y="6071432"/>
            <a:ext cx="6086212" cy="584775"/>
            <a:chOff x="618333" y="5909301"/>
            <a:chExt cx="5217548" cy="584775"/>
          </a:xfrm>
        </p:grpSpPr>
        <p:sp>
          <p:nvSpPr>
            <p:cNvPr id="5" name="TextBox 4">
              <a:extLst>
                <a:ext uri="{FF2B5EF4-FFF2-40B4-BE49-F238E27FC236}">
                  <a16:creationId xmlns:a16="http://schemas.microsoft.com/office/drawing/2014/main" id="{21B165D0-A3C4-A8FB-4966-C854FF22CC67}"/>
                </a:ext>
              </a:extLst>
            </p:cNvPr>
            <p:cNvSpPr txBox="1"/>
            <p:nvPr/>
          </p:nvSpPr>
          <p:spPr>
            <a:xfrm>
              <a:off x="1272464" y="5909301"/>
              <a:ext cx="4563417" cy="584775"/>
            </a:xfrm>
            <a:prstGeom prst="rect">
              <a:avLst/>
            </a:prstGeom>
            <a:noFill/>
          </p:spPr>
          <p:txBody>
            <a:bodyPr wrap="square" lIns="91440" tIns="45720" rIns="91440" bIns="45720" rtlCol="0" anchor="t">
              <a:spAutoFit/>
            </a:bodyPr>
            <a:lstStyle/>
            <a:p>
              <a:r>
                <a:rPr lang="en-IN" sz="1600" dirty="0">
                  <a:effectLst/>
                  <a:latin typeface="Times New Roman" panose="02020603050405020304" pitchFamily="18" charset="0"/>
                  <a:ea typeface="Calibri" panose="020F0502020204030204" pitchFamily="34" charset="0"/>
                </a:rPr>
                <a:t>Secure Python Login And JWT Security Powered By Python </a:t>
              </a:r>
              <a:br>
                <a:rPr lang="en-IN" sz="1600" dirty="0">
                  <a:effectLst/>
                  <a:latin typeface="Times New Roman" panose="02020603050405020304" pitchFamily="18" charset="0"/>
                  <a:ea typeface="Calibri" panose="020F0502020204030204" pitchFamily="34" charset="0"/>
                </a:rPr>
              </a:br>
              <a:r>
                <a:rPr lang="en-IN" sz="1600" dirty="0">
                  <a:effectLst/>
                  <a:latin typeface="Times New Roman" panose="02020603050405020304" pitchFamily="18" charset="0"/>
                  <a:ea typeface="Calibri" panose="020F0502020204030204" pitchFamily="34" charset="0"/>
                </a:rPr>
                <a:t>&amp;Dynamic RBAC &amp; </a:t>
              </a:r>
              <a:r>
                <a:rPr lang="en-IN" sz="1600" dirty="0" err="1">
                  <a:effectLst/>
                  <a:latin typeface="Times New Roman" panose="02020603050405020304" pitchFamily="18" charset="0"/>
                  <a:ea typeface="Calibri" panose="020F0502020204030204" pitchFamily="34" charset="0"/>
                </a:rPr>
                <a:t>Mongodb</a:t>
              </a:r>
              <a:r>
                <a:rPr lang="en-IN" sz="1600" dirty="0">
                  <a:effectLst/>
                  <a:latin typeface="Times New Roman" panose="02020603050405020304" pitchFamily="18" charset="0"/>
                  <a:ea typeface="Calibri" panose="020F0502020204030204" pitchFamily="34" charset="0"/>
                </a:rPr>
                <a:t> With Fast Api</a:t>
              </a:r>
              <a:endParaRPr lang="en-US" sz="1600" dirty="0">
                <a:latin typeface="Poppins" panose="00000500000000000000" pitchFamily="2" charset="0"/>
                <a:cs typeface="Poppins" panose="00000500000000000000" pitchFamily="2" charset="0"/>
              </a:endParaRPr>
            </a:p>
          </p:txBody>
        </p:sp>
        <p:pic>
          <p:nvPicPr>
            <p:cNvPr id="6" name="Graphic 5">
              <a:extLst>
                <a:ext uri="{FF2B5EF4-FFF2-40B4-BE49-F238E27FC236}">
                  <a16:creationId xmlns:a16="http://schemas.microsoft.com/office/drawing/2014/main" id="{2270BBEF-DAEF-880E-E36B-EB261F0F065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8333" y="6026099"/>
              <a:ext cx="353218" cy="388987"/>
            </a:xfrm>
            <a:prstGeom prst="rect">
              <a:avLst/>
            </a:prstGeom>
          </p:spPr>
        </p:pic>
        <p:cxnSp>
          <p:nvCxnSpPr>
            <p:cNvPr id="7" name="Straight Connector 6">
              <a:extLst>
                <a:ext uri="{FF2B5EF4-FFF2-40B4-BE49-F238E27FC236}">
                  <a16:creationId xmlns:a16="http://schemas.microsoft.com/office/drawing/2014/main" id="{0983D593-93F5-9A09-D173-9DEB8ECEDAD6}"/>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8" name="Flowchart: Connector 7">
            <a:extLst>
              <a:ext uri="{FF2B5EF4-FFF2-40B4-BE49-F238E27FC236}">
                <a16:creationId xmlns:a16="http://schemas.microsoft.com/office/drawing/2014/main" id="{E1B5C496-863A-1893-8BE0-D3D42929C407}"/>
              </a:ext>
            </a:extLst>
          </p:cNvPr>
          <p:cNvSpPr/>
          <p:nvPr/>
        </p:nvSpPr>
        <p:spPr>
          <a:xfrm>
            <a:off x="8650628" y="68103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44709A70-213B-94F0-9404-1E1D979E553C}"/>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D9CD65D4-6272-DA83-123E-CD75FD451B0F}"/>
              </a:ext>
            </a:extLst>
          </p:cNvPr>
          <p:cNvSpPr/>
          <p:nvPr/>
        </p:nvSpPr>
        <p:spPr>
          <a:xfrm>
            <a:off x="11529492" y="33140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88E9C0D0-5595-E260-B199-F3E162CE7F37}"/>
              </a:ext>
            </a:extLst>
          </p:cNvPr>
          <p:cNvSpPr/>
          <p:nvPr/>
        </p:nvSpPr>
        <p:spPr>
          <a:xfrm>
            <a:off x="10245271" y="5588604"/>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875781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535CA-D080-8322-DD53-B1D89AB8BD17}"/>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38656CE3-6D1C-7DFE-F883-C3D3D0B557F4}"/>
              </a:ext>
            </a:extLst>
          </p:cNvPr>
          <p:cNvSpPr>
            <a:spLocks noGrp="1"/>
          </p:cNvSpPr>
          <p:nvPr>
            <p:ph type="title"/>
          </p:nvPr>
        </p:nvSpPr>
        <p:spPr/>
        <p:txBody>
          <a:bodyPr/>
          <a:lstStyle/>
          <a:p>
            <a:pPr algn="ctr"/>
            <a:r>
              <a:rPr lang="en-GB" sz="4000" dirty="0">
                <a:latin typeface="Calibri"/>
                <a:ea typeface="Calibri"/>
                <a:cs typeface="Calibri"/>
              </a:rPr>
              <a:t>           </a:t>
            </a:r>
            <a:r>
              <a:rPr lang="en-GB" sz="4000" b="1" dirty="0">
                <a:latin typeface="Times New Roman" panose="02020603050405020304" pitchFamily="18" charset="0"/>
                <a:ea typeface="Calibri"/>
                <a:cs typeface="Times New Roman" panose="02020603050405020304" pitchFamily="18" charset="0"/>
              </a:rPr>
              <a:t> </a:t>
            </a:r>
            <a:r>
              <a:rPr lang="en-IN" sz="4000" b="1" dirty="0">
                <a:latin typeface="Times New Roman" panose="02020603050405020304" pitchFamily="18" charset="0"/>
                <a:cs typeface="Times New Roman" panose="02020603050405020304" pitchFamily="18" charset="0"/>
              </a:rPr>
              <a:t>OBJECTIVES</a:t>
            </a:r>
            <a:r>
              <a:rPr lang="en-GB" sz="4000" b="1" dirty="0">
                <a:latin typeface="Times New Roman" panose="02020603050405020304" pitchFamily="18" charset="0"/>
                <a:ea typeface="Calibri"/>
                <a:cs typeface="Times New Roman" panose="02020603050405020304" pitchFamily="18" charset="0"/>
              </a:rPr>
              <a:t>              </a:t>
            </a:r>
            <a:endParaRPr lang="en-US" sz="4000" b="1" dirty="0">
              <a:latin typeface="Times New Roman" panose="02020603050405020304" pitchFamily="18" charset="0"/>
              <a:ea typeface="Calibri"/>
              <a:cs typeface="Times New Roman" panose="02020603050405020304" pitchFamily="18" charset="0"/>
            </a:endParaRPr>
          </a:p>
        </p:txBody>
      </p:sp>
      <p:sp>
        <p:nvSpPr>
          <p:cNvPr id="3" name="Content Placeholder 2">
            <a:extLst>
              <a:ext uri="{FF2B5EF4-FFF2-40B4-BE49-F238E27FC236}">
                <a16:creationId xmlns:a16="http://schemas.microsoft.com/office/drawing/2014/main" id="{38F6722D-6BBC-51BB-37F6-0BBA26F3C9DB}"/>
              </a:ext>
            </a:extLst>
          </p:cNvPr>
          <p:cNvSpPr>
            <a:spLocks noGrp="1"/>
          </p:cNvSpPr>
          <p:nvPr>
            <p:ph idx="1"/>
          </p:nvPr>
        </p:nvSpPr>
        <p:spPr/>
        <p:txBody>
          <a:bodyPr vert="horz" lIns="91440" tIns="45720" rIns="91440" bIns="45720" rtlCol="0" anchor="t">
            <a:normAutofit lnSpcReduction="10000"/>
          </a:bodyPr>
          <a:lstStyle/>
          <a:p>
            <a:r>
              <a:rPr lang="en-IN" sz="3200" dirty="0"/>
              <a:t>Prioritize Data Security</a:t>
            </a:r>
          </a:p>
          <a:p>
            <a:r>
              <a:rPr lang="en-IN" sz="3200" dirty="0"/>
              <a:t> Password Hashing with </a:t>
            </a:r>
            <a:r>
              <a:rPr lang="en-IN" sz="3200" dirty="0" err="1"/>
              <a:t>bcrypt</a:t>
            </a:r>
            <a:endParaRPr lang="en-IN" sz="3200" dirty="0"/>
          </a:p>
          <a:p>
            <a:r>
              <a:rPr lang="en-IN" sz="3200" dirty="0"/>
              <a:t> JWT Authentication</a:t>
            </a:r>
          </a:p>
          <a:p>
            <a:r>
              <a:rPr lang="en-IN" sz="3200" dirty="0"/>
              <a:t> RBAC</a:t>
            </a:r>
          </a:p>
          <a:p>
            <a:r>
              <a:rPr lang="en-IN" sz="3200" dirty="0"/>
              <a:t> Input Validation</a:t>
            </a:r>
          </a:p>
          <a:p>
            <a:r>
              <a:rPr lang="en-IN" sz="3200" dirty="0"/>
              <a:t> TLS</a:t>
            </a:r>
          </a:p>
          <a:p>
            <a:r>
              <a:rPr lang="en-IN" sz="3200" dirty="0"/>
              <a:t> Event Logging</a:t>
            </a:r>
          </a:p>
          <a:p>
            <a:r>
              <a:rPr lang="en-IN" sz="3200" dirty="0"/>
              <a:t> Demo Project structure and results</a:t>
            </a:r>
          </a:p>
          <a:p>
            <a:pPr marL="0" indent="0">
              <a:buNone/>
            </a:pPr>
            <a:endParaRPr lang="en-US" sz="3200" dirty="0">
              <a:ea typeface="Calibri"/>
              <a:cs typeface="Calibri"/>
            </a:endParaRPr>
          </a:p>
        </p:txBody>
      </p:sp>
      <p:grpSp>
        <p:nvGrpSpPr>
          <p:cNvPr id="4" name="Group 3">
            <a:extLst>
              <a:ext uri="{FF2B5EF4-FFF2-40B4-BE49-F238E27FC236}">
                <a16:creationId xmlns:a16="http://schemas.microsoft.com/office/drawing/2014/main" id="{9FDEFDAB-FA5E-4373-2D7C-0C31D5E39087}"/>
              </a:ext>
            </a:extLst>
          </p:cNvPr>
          <p:cNvGrpSpPr/>
          <p:nvPr/>
        </p:nvGrpSpPr>
        <p:grpSpPr>
          <a:xfrm>
            <a:off x="232871" y="6020404"/>
            <a:ext cx="6387844" cy="1167474"/>
            <a:chOff x="618333" y="6026099"/>
            <a:chExt cx="5659889" cy="855512"/>
          </a:xfrm>
        </p:grpSpPr>
        <p:sp>
          <p:nvSpPr>
            <p:cNvPr id="5" name="TextBox 4">
              <a:extLst>
                <a:ext uri="{FF2B5EF4-FFF2-40B4-BE49-F238E27FC236}">
                  <a16:creationId xmlns:a16="http://schemas.microsoft.com/office/drawing/2014/main" id="{C5397A39-5643-70AD-66A0-93B170F25E25}"/>
                </a:ext>
              </a:extLst>
            </p:cNvPr>
            <p:cNvSpPr txBox="1"/>
            <p:nvPr/>
          </p:nvSpPr>
          <p:spPr>
            <a:xfrm>
              <a:off x="1123156" y="6050614"/>
              <a:ext cx="5155066" cy="830997"/>
            </a:xfrm>
            <a:prstGeom prst="rect">
              <a:avLst/>
            </a:prstGeom>
            <a:noFill/>
          </p:spPr>
          <p:txBody>
            <a:bodyPr wrap="square" lIns="91440" tIns="45720" rIns="91440" bIns="45720" rtlCol="0" anchor="t">
              <a:spAutoFit/>
            </a:bodyPr>
            <a:lstStyle/>
            <a:p>
              <a:r>
                <a:rPr lang="en-IN" sz="1600" dirty="0">
                  <a:effectLst/>
                  <a:latin typeface="Times New Roman" panose="02020603050405020304" pitchFamily="18" charset="0"/>
                  <a:ea typeface="Calibri" panose="020F0502020204030204" pitchFamily="34" charset="0"/>
                </a:rPr>
                <a:t>Secure Python Login And JWT Security Powered By Python </a:t>
              </a:r>
              <a:br>
                <a:rPr lang="en-IN" sz="1600" dirty="0">
                  <a:effectLst/>
                  <a:latin typeface="Times New Roman" panose="02020603050405020304" pitchFamily="18" charset="0"/>
                  <a:ea typeface="Calibri" panose="020F0502020204030204" pitchFamily="34" charset="0"/>
                </a:rPr>
              </a:br>
              <a:r>
                <a:rPr lang="en-IN" sz="1600" dirty="0">
                  <a:effectLst/>
                  <a:latin typeface="Times New Roman" panose="02020603050405020304" pitchFamily="18" charset="0"/>
                  <a:ea typeface="Calibri" panose="020F0502020204030204" pitchFamily="34" charset="0"/>
                </a:rPr>
                <a:t>&amp;Dynamic RBAC &amp; </a:t>
              </a:r>
              <a:r>
                <a:rPr lang="en-IN" sz="1600" dirty="0" err="1">
                  <a:effectLst/>
                  <a:latin typeface="Times New Roman" panose="02020603050405020304" pitchFamily="18" charset="0"/>
                  <a:ea typeface="Calibri" panose="020F0502020204030204" pitchFamily="34" charset="0"/>
                </a:rPr>
                <a:t>Mongodb</a:t>
              </a:r>
              <a:r>
                <a:rPr lang="en-IN" sz="1600" dirty="0">
                  <a:effectLst/>
                  <a:latin typeface="Times New Roman" panose="02020603050405020304" pitchFamily="18" charset="0"/>
                  <a:ea typeface="Calibri" panose="020F0502020204030204" pitchFamily="34" charset="0"/>
                </a:rPr>
                <a:t> With Fast Api</a:t>
              </a:r>
              <a:endParaRPr lang="en-US" sz="1600" dirty="0">
                <a:latin typeface="Poppins" panose="00000500000000000000" pitchFamily="2" charset="0"/>
                <a:cs typeface="Poppins" panose="00000500000000000000" pitchFamily="2" charset="0"/>
              </a:endParaRPr>
            </a:p>
            <a:p>
              <a:endParaRPr lang="en-US" sz="1600" dirty="0">
                <a:solidFill>
                  <a:srgbClr val="1B134C"/>
                </a:solidFill>
                <a:latin typeface="Poppins" panose="00000500000000000000" pitchFamily="2" charset="0"/>
                <a:cs typeface="Poppins" panose="00000500000000000000" pitchFamily="2" charset="0"/>
              </a:endParaRPr>
            </a:p>
          </p:txBody>
        </p:sp>
        <p:pic>
          <p:nvPicPr>
            <p:cNvPr id="6" name="Graphic 5">
              <a:extLst>
                <a:ext uri="{FF2B5EF4-FFF2-40B4-BE49-F238E27FC236}">
                  <a16:creationId xmlns:a16="http://schemas.microsoft.com/office/drawing/2014/main" id="{AC18C345-5455-8748-126A-A1EDD8A5590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7" name="Straight Connector 6">
              <a:extLst>
                <a:ext uri="{FF2B5EF4-FFF2-40B4-BE49-F238E27FC236}">
                  <a16:creationId xmlns:a16="http://schemas.microsoft.com/office/drawing/2014/main" id="{E3DDCCB3-CF1F-7B8D-1308-55216D5C9293}"/>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8" name="Flowchart: Connector 7">
            <a:extLst>
              <a:ext uri="{FF2B5EF4-FFF2-40B4-BE49-F238E27FC236}">
                <a16:creationId xmlns:a16="http://schemas.microsoft.com/office/drawing/2014/main" id="{E1C0C415-C675-99ED-D788-A856E63CB67A}"/>
              </a:ext>
            </a:extLst>
          </p:cNvPr>
          <p:cNvSpPr/>
          <p:nvPr/>
        </p:nvSpPr>
        <p:spPr>
          <a:xfrm>
            <a:off x="8650628" y="68103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A69ABA05-7211-25D1-878F-E8A63EB08FD8}"/>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1203F55F-1C78-D52E-BD12-223E8858CD81}"/>
              </a:ext>
            </a:extLst>
          </p:cNvPr>
          <p:cNvSpPr/>
          <p:nvPr/>
        </p:nvSpPr>
        <p:spPr>
          <a:xfrm>
            <a:off x="11529492" y="33140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F45D1E15-18DB-AFA3-5964-23E78454A524}"/>
              </a:ext>
            </a:extLst>
          </p:cNvPr>
          <p:cNvSpPr/>
          <p:nvPr/>
        </p:nvSpPr>
        <p:spPr>
          <a:xfrm>
            <a:off x="10245271" y="5588604"/>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512971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055C5D4-DBDF-33EC-4587-DDFBCF32D089}"/>
              </a:ext>
            </a:extLst>
          </p:cNvPr>
          <p:cNvSpPr/>
          <p:nvPr/>
        </p:nvSpPr>
        <p:spPr>
          <a:xfrm>
            <a:off x="9725025" y="4267826"/>
            <a:ext cx="2057400" cy="1943100"/>
          </a:xfrm>
          <a:prstGeom prst="rect">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995D5C1-CD53-1E56-E137-1E3DA2F697E6}"/>
              </a:ext>
            </a:extLst>
          </p:cNvPr>
          <p:cNvSpPr/>
          <p:nvPr/>
        </p:nvSpPr>
        <p:spPr>
          <a:xfrm>
            <a:off x="7677150" y="628650"/>
            <a:ext cx="3705225" cy="5124450"/>
          </a:xfrm>
          <a:prstGeom prst="rect">
            <a:avLst/>
          </a:prstGeom>
          <a:solidFill>
            <a:srgbClr val="1B134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IN" sz="1800" dirty="0">
                <a:effectLst/>
                <a:latin typeface="Times New Roman" panose="02020603050405020304" pitchFamily="18" charset="0"/>
                <a:ea typeface="Calibri" panose="020F0502020204030204" pitchFamily="34" charset="0"/>
              </a:rPr>
              <a:t> </a:t>
            </a:r>
          </a:p>
          <a:p>
            <a:endParaRPr lang="en-IN" dirty="0">
              <a:latin typeface="Times New Roman" panose="02020603050405020304" pitchFamily="18" charset="0"/>
              <a:ea typeface="Calibri" panose="020F0502020204030204" pitchFamily="34" charset="0"/>
            </a:endParaRPr>
          </a:p>
          <a:p>
            <a:r>
              <a:rPr lang="en-IN" sz="1800" dirty="0">
                <a:effectLst/>
                <a:latin typeface="Times New Roman" panose="02020603050405020304" pitchFamily="18" charset="0"/>
                <a:ea typeface="Calibri" panose="020F0502020204030204" pitchFamily="34" charset="0"/>
              </a:rPr>
              <a:t>here we are using the “</a:t>
            </a:r>
            <a:r>
              <a:rPr lang="en-IN" dirty="0">
                <a:latin typeface="Times New Roman" panose="02020603050405020304" pitchFamily="18" charset="0"/>
                <a:ea typeface="Calibri" panose="020F0502020204030204" pitchFamily="34" charset="0"/>
              </a:rPr>
              <a:t>re” .</a:t>
            </a:r>
            <a:r>
              <a:rPr lang="en-IN" sz="1800" dirty="0">
                <a:effectLst/>
                <a:latin typeface="Times New Roman" panose="02020603050405020304" pitchFamily="18" charset="0"/>
                <a:ea typeface="Calibri" panose="020F0502020204030204" pitchFamily="34" charset="0"/>
              </a:rPr>
              <a:t>It provides powerful tools for </a:t>
            </a:r>
            <a:r>
              <a:rPr lang="en-IN" sz="1800" b="1" dirty="0">
                <a:effectLst/>
                <a:latin typeface="Times New Roman" panose="02020603050405020304" pitchFamily="18" charset="0"/>
                <a:ea typeface="Calibri" panose="020F0502020204030204" pitchFamily="34" charset="0"/>
              </a:rPr>
              <a:t>pattern matching</a:t>
            </a:r>
            <a:r>
              <a:rPr lang="en-IN" sz="1800" dirty="0">
                <a:effectLst/>
                <a:latin typeface="Times New Roman" panose="02020603050405020304" pitchFamily="18" charset="0"/>
                <a:ea typeface="Calibri" panose="020F0502020204030204" pitchFamily="34" charset="0"/>
              </a:rPr>
              <a:t>  for password</a:t>
            </a:r>
          </a:p>
          <a:p>
            <a:endParaRPr lang="en-IN" dirty="0">
              <a:latin typeface="Times New Roman" panose="02020603050405020304" pitchFamily="18" charset="0"/>
              <a:ea typeface="Calibri" panose="020F0502020204030204" pitchFamily="34" charset="0"/>
              <a:cs typeface="Calibri"/>
            </a:endParaRPr>
          </a:p>
          <a:p>
            <a:r>
              <a:rPr lang="en-IN" sz="3200" dirty="0">
                <a:latin typeface="Times New Roman" panose="02020603050405020304" pitchFamily="18" charset="0"/>
                <a:ea typeface="Calibri" panose="020F0502020204030204" pitchFamily="34" charset="0"/>
                <a:cs typeface="Calibri"/>
              </a:rPr>
              <a:t>Example:-</a:t>
            </a:r>
          </a:p>
          <a:p>
            <a:r>
              <a:rPr lang="da-DK" sz="2000" dirty="0">
                <a:ea typeface="Calibri"/>
                <a:cs typeface="Calibri"/>
              </a:rPr>
              <a:t>validate_password("Thiru123@")   # ✅ True (valid)</a:t>
            </a:r>
            <a:endParaRPr lang="en-IN" sz="2000" dirty="0">
              <a:latin typeface="Times New Roman" panose="02020603050405020304" pitchFamily="18" charset="0"/>
              <a:ea typeface="Calibri" panose="020F0502020204030204" pitchFamily="34" charset="0"/>
              <a:cs typeface="Calibri"/>
            </a:endParaRPr>
          </a:p>
          <a:p>
            <a:r>
              <a:rPr lang="en-US" sz="2000" dirty="0" err="1">
                <a:ea typeface="Calibri"/>
                <a:cs typeface="Calibri"/>
              </a:rPr>
              <a:t>validate_password</a:t>
            </a:r>
            <a:r>
              <a:rPr lang="en-US" sz="2000" dirty="0">
                <a:ea typeface="Calibri"/>
                <a:cs typeface="Calibri"/>
              </a:rPr>
              <a:t>("thiru123"))    # ❌ False </a:t>
            </a:r>
          </a:p>
        </p:txBody>
      </p:sp>
      <p:grpSp>
        <p:nvGrpSpPr>
          <p:cNvPr id="19" name="Group 18">
            <a:extLst>
              <a:ext uri="{FF2B5EF4-FFF2-40B4-BE49-F238E27FC236}">
                <a16:creationId xmlns:a16="http://schemas.microsoft.com/office/drawing/2014/main" id="{B47C530F-4ED7-72C4-DFBA-E6FD67E21A17}"/>
              </a:ext>
            </a:extLst>
          </p:cNvPr>
          <p:cNvGrpSpPr/>
          <p:nvPr/>
        </p:nvGrpSpPr>
        <p:grpSpPr>
          <a:xfrm>
            <a:off x="232872" y="6007261"/>
            <a:ext cx="6438900" cy="1689904"/>
            <a:chOff x="618333" y="6026099"/>
            <a:chExt cx="4886323" cy="1101733"/>
          </a:xfrm>
        </p:grpSpPr>
        <p:sp>
          <p:nvSpPr>
            <p:cNvPr id="6" name="TextBox 5">
              <a:extLst>
                <a:ext uri="{FF2B5EF4-FFF2-40B4-BE49-F238E27FC236}">
                  <a16:creationId xmlns:a16="http://schemas.microsoft.com/office/drawing/2014/main" id="{B525DA37-D2EF-5A47-E272-8EB9966562F5}"/>
                </a:ext>
              </a:extLst>
            </p:cNvPr>
            <p:cNvSpPr txBox="1"/>
            <p:nvPr/>
          </p:nvSpPr>
          <p:spPr>
            <a:xfrm>
              <a:off x="1123157" y="6050614"/>
              <a:ext cx="4381499" cy="1077218"/>
            </a:xfrm>
            <a:prstGeom prst="rect">
              <a:avLst/>
            </a:prstGeom>
            <a:noFill/>
          </p:spPr>
          <p:txBody>
            <a:bodyPr wrap="square" lIns="91440" tIns="45720" rIns="91440" bIns="45720" rtlCol="0" anchor="t">
              <a:spAutoFit/>
            </a:bodyPr>
            <a:lstStyle/>
            <a:p>
              <a:r>
                <a:rPr lang="en-IN" sz="1600" dirty="0">
                  <a:effectLst/>
                  <a:latin typeface="Times New Roman" panose="02020603050405020304" pitchFamily="18" charset="0"/>
                  <a:ea typeface="Calibri" panose="020F0502020204030204" pitchFamily="34" charset="0"/>
                </a:rPr>
                <a:t>Secure Python Login And JWT Security Powered By Python </a:t>
              </a:r>
              <a:br>
                <a:rPr lang="en-IN" sz="1600" dirty="0">
                  <a:effectLst/>
                  <a:latin typeface="Times New Roman" panose="02020603050405020304" pitchFamily="18" charset="0"/>
                  <a:ea typeface="Calibri" panose="020F0502020204030204" pitchFamily="34" charset="0"/>
                </a:rPr>
              </a:br>
              <a:r>
                <a:rPr lang="en-IN" sz="1600" dirty="0">
                  <a:effectLst/>
                  <a:latin typeface="Times New Roman" panose="02020603050405020304" pitchFamily="18" charset="0"/>
                  <a:ea typeface="Calibri" panose="020F0502020204030204" pitchFamily="34" charset="0"/>
                </a:rPr>
                <a:t>&amp;Dynamic RBAC &amp; </a:t>
              </a:r>
              <a:r>
                <a:rPr lang="en-IN" sz="1600" dirty="0" err="1">
                  <a:effectLst/>
                  <a:latin typeface="Times New Roman" panose="02020603050405020304" pitchFamily="18" charset="0"/>
                  <a:ea typeface="Calibri" panose="020F0502020204030204" pitchFamily="34" charset="0"/>
                </a:rPr>
                <a:t>Mongodb</a:t>
              </a:r>
              <a:r>
                <a:rPr lang="en-IN" sz="1600" dirty="0">
                  <a:effectLst/>
                  <a:latin typeface="Times New Roman" panose="02020603050405020304" pitchFamily="18" charset="0"/>
                  <a:ea typeface="Calibri" panose="020F0502020204030204" pitchFamily="34" charset="0"/>
                </a:rPr>
                <a:t> With Fast Api</a:t>
              </a:r>
              <a:endParaRPr lang="en-US" sz="1600" dirty="0">
                <a:latin typeface="Poppins" panose="00000500000000000000" pitchFamily="2" charset="0"/>
                <a:cs typeface="Poppins" panose="00000500000000000000" pitchFamily="2" charset="0"/>
              </a:endParaRPr>
            </a:p>
            <a:p>
              <a:endParaRPr lang="en-US" sz="1600" dirty="0">
                <a:solidFill>
                  <a:srgbClr val="1B134C"/>
                </a:solidFill>
                <a:latin typeface="Poppins" panose="00000500000000000000" pitchFamily="2" charset="0"/>
                <a:cs typeface="Poppins" panose="00000500000000000000" pitchFamily="2" charset="0"/>
              </a:endParaRPr>
            </a:p>
          </p:txBody>
        </p:sp>
        <p:pic>
          <p:nvPicPr>
            <p:cNvPr id="8" name="Graphic 7">
              <a:extLst>
                <a:ext uri="{FF2B5EF4-FFF2-40B4-BE49-F238E27FC236}">
                  <a16:creationId xmlns:a16="http://schemas.microsoft.com/office/drawing/2014/main" id="{DE79119C-F5D0-516F-2119-6EC753D6B60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10" name="Straight Connector 9">
              <a:extLst>
                <a:ext uri="{FF2B5EF4-FFF2-40B4-BE49-F238E27FC236}">
                  <a16:creationId xmlns:a16="http://schemas.microsoft.com/office/drawing/2014/main" id="{1CA5A2F2-FE45-7F32-05D2-A11066819A95}"/>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18" name="Rectangle 17">
            <a:extLst>
              <a:ext uri="{FF2B5EF4-FFF2-40B4-BE49-F238E27FC236}">
                <a16:creationId xmlns:a16="http://schemas.microsoft.com/office/drawing/2014/main" id="{8AEFBDE8-B5E7-821B-23CA-6944C624FA10}"/>
              </a:ext>
            </a:extLst>
          </p:cNvPr>
          <p:cNvSpPr/>
          <p:nvPr/>
        </p:nvSpPr>
        <p:spPr>
          <a:xfrm>
            <a:off x="7403057" y="338953"/>
            <a:ext cx="542925" cy="1647826"/>
          </a:xfrm>
          <a:prstGeom prst="rect">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9D5A72A2-686D-6717-EAB0-F875AAE03429}"/>
              </a:ext>
            </a:extLst>
          </p:cNvPr>
          <p:cNvSpPr>
            <a:spLocks noGrp="1"/>
          </p:cNvSpPr>
          <p:nvPr>
            <p:ph type="title"/>
          </p:nvPr>
        </p:nvSpPr>
        <p:spPr/>
        <p:txBody>
          <a:bodyPr/>
          <a:lstStyle/>
          <a:p>
            <a:r>
              <a:rPr lang="en-IN" b="1" dirty="0"/>
              <a:t>PASSWORD HASHING</a:t>
            </a:r>
          </a:p>
        </p:txBody>
      </p:sp>
      <p:sp>
        <p:nvSpPr>
          <p:cNvPr id="4" name="Content Placeholder 3">
            <a:extLst>
              <a:ext uri="{FF2B5EF4-FFF2-40B4-BE49-F238E27FC236}">
                <a16:creationId xmlns:a16="http://schemas.microsoft.com/office/drawing/2014/main" id="{EF357102-E781-54F2-1A52-56B979F17FCB}"/>
              </a:ext>
            </a:extLst>
          </p:cNvPr>
          <p:cNvSpPr>
            <a:spLocks noGrp="1"/>
          </p:cNvSpPr>
          <p:nvPr>
            <p:ph idx="1"/>
          </p:nvPr>
        </p:nvSpPr>
        <p:spPr>
          <a:xfrm>
            <a:off x="838200" y="1404257"/>
            <a:ext cx="6438900" cy="4772706"/>
          </a:xfrm>
        </p:spPr>
        <p:txBody>
          <a:bodyPr/>
          <a:lstStyle/>
          <a:p>
            <a:r>
              <a:rPr lang="en-US" dirty="0" err="1"/>
              <a:t>bcrypt</a:t>
            </a:r>
            <a:r>
              <a:rPr lang="en-US" dirty="0"/>
              <a:t> hashing with salt &amp; cost factor ensures passwords are not stored in plain text and resists brute-force</a:t>
            </a:r>
          </a:p>
          <a:p>
            <a:r>
              <a:rPr lang="en-US" dirty="0"/>
              <a:t> </a:t>
            </a:r>
            <a:r>
              <a:rPr lang="en-US" u="sng" dirty="0">
                <a:solidFill>
                  <a:srgbClr val="FF0000"/>
                </a:solidFill>
              </a:rPr>
              <a:t>example:-</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Password = "Secure123!"</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Hash 1 = $2b$12$w.3N7Y3gWm6FQfY...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Hash 2 = $2b$12$8Km4szF7gA9Yx...</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Even though the password is the same, the hashes are different due to unique salts.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u="sng" dirty="0">
              <a:solidFill>
                <a:srgbClr val="FF0000"/>
              </a:solidFill>
            </a:endParaRPr>
          </a:p>
        </p:txBody>
      </p:sp>
    </p:spTree>
    <p:extLst>
      <p:ext uri="{BB962C8B-B14F-4D97-AF65-F5344CB8AC3E}">
        <p14:creationId xmlns:p14="http://schemas.microsoft.com/office/powerpoint/2010/main" val="3368749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BEC09-FEAC-D73C-E01D-34F2A8C22637}"/>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E58C68D1-7F75-9978-265D-A6E976D11A77}"/>
              </a:ext>
            </a:extLst>
          </p:cNvPr>
          <p:cNvSpPr/>
          <p:nvPr/>
        </p:nvSpPr>
        <p:spPr>
          <a:xfrm>
            <a:off x="9725025" y="4267826"/>
            <a:ext cx="2057400" cy="1943100"/>
          </a:xfrm>
          <a:prstGeom prst="rect">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4AA293-8AF7-3315-A0CC-302214A39DBC}"/>
              </a:ext>
            </a:extLst>
          </p:cNvPr>
          <p:cNvSpPr/>
          <p:nvPr/>
        </p:nvSpPr>
        <p:spPr>
          <a:xfrm>
            <a:off x="7677150" y="628650"/>
            <a:ext cx="3705225" cy="5124450"/>
          </a:xfrm>
          <a:prstGeom prst="rect">
            <a:avLst/>
          </a:prstGeom>
          <a:solidFill>
            <a:srgbClr val="1B134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IN" sz="1800" dirty="0">
                <a:effectLst/>
                <a:latin typeface="Times New Roman" panose="02020603050405020304" pitchFamily="18" charset="0"/>
                <a:ea typeface="Calibri" panose="020F0502020204030204" pitchFamily="34" charset="0"/>
              </a:rPr>
              <a:t> </a:t>
            </a:r>
            <a:endParaRPr lang="en-US" sz="2000" dirty="0">
              <a:ea typeface="Calibri"/>
              <a:cs typeface="Calibri"/>
            </a:endParaRPr>
          </a:p>
        </p:txBody>
      </p:sp>
      <p:grpSp>
        <p:nvGrpSpPr>
          <p:cNvPr id="19" name="Group 18">
            <a:extLst>
              <a:ext uri="{FF2B5EF4-FFF2-40B4-BE49-F238E27FC236}">
                <a16:creationId xmlns:a16="http://schemas.microsoft.com/office/drawing/2014/main" id="{FD3F5C37-2FFC-6289-23BC-AC253A5D15C3}"/>
              </a:ext>
            </a:extLst>
          </p:cNvPr>
          <p:cNvGrpSpPr/>
          <p:nvPr/>
        </p:nvGrpSpPr>
        <p:grpSpPr>
          <a:xfrm>
            <a:off x="232872" y="6271130"/>
            <a:ext cx="5384157" cy="388987"/>
            <a:chOff x="618333" y="6026099"/>
            <a:chExt cx="4886323" cy="388987"/>
          </a:xfrm>
        </p:grpSpPr>
        <p:sp>
          <p:nvSpPr>
            <p:cNvPr id="6" name="TextBox 5">
              <a:extLst>
                <a:ext uri="{FF2B5EF4-FFF2-40B4-BE49-F238E27FC236}">
                  <a16:creationId xmlns:a16="http://schemas.microsoft.com/office/drawing/2014/main" id="{BD83376D-C347-9C6D-C494-C55621F5D1FA}"/>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8" name="Graphic 7">
              <a:extLst>
                <a:ext uri="{FF2B5EF4-FFF2-40B4-BE49-F238E27FC236}">
                  <a16:creationId xmlns:a16="http://schemas.microsoft.com/office/drawing/2014/main" id="{83CB50ED-CA45-4688-FD28-BE683499B8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10" name="Straight Connector 9">
              <a:extLst>
                <a:ext uri="{FF2B5EF4-FFF2-40B4-BE49-F238E27FC236}">
                  <a16:creationId xmlns:a16="http://schemas.microsoft.com/office/drawing/2014/main" id="{0985BB37-B876-86F4-BABC-CF39BF538C5E}"/>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18" name="Rectangle 17">
            <a:extLst>
              <a:ext uri="{FF2B5EF4-FFF2-40B4-BE49-F238E27FC236}">
                <a16:creationId xmlns:a16="http://schemas.microsoft.com/office/drawing/2014/main" id="{DB58D46A-E073-3698-DC45-5C0A59C448F1}"/>
              </a:ext>
            </a:extLst>
          </p:cNvPr>
          <p:cNvSpPr/>
          <p:nvPr/>
        </p:nvSpPr>
        <p:spPr>
          <a:xfrm>
            <a:off x="7403057" y="338953"/>
            <a:ext cx="542925" cy="1647826"/>
          </a:xfrm>
          <a:prstGeom prst="rect">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9EC67EB4-DB73-12CB-03FA-A847E74F5BA8}"/>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JWT AUTHENTICATION</a:t>
            </a:r>
          </a:p>
        </p:txBody>
      </p:sp>
      <p:sp>
        <p:nvSpPr>
          <p:cNvPr id="4" name="Content Placeholder 3">
            <a:extLst>
              <a:ext uri="{FF2B5EF4-FFF2-40B4-BE49-F238E27FC236}">
                <a16:creationId xmlns:a16="http://schemas.microsoft.com/office/drawing/2014/main" id="{7CD81EC5-8DF4-428B-9B6A-4ECFD0DF1F01}"/>
              </a:ext>
            </a:extLst>
          </p:cNvPr>
          <p:cNvSpPr>
            <a:spLocks noGrp="1"/>
          </p:cNvSpPr>
          <p:nvPr>
            <p:ph idx="1"/>
          </p:nvPr>
        </p:nvSpPr>
        <p:spPr>
          <a:xfrm>
            <a:off x="232872" y="1404257"/>
            <a:ext cx="7044228" cy="4772706"/>
          </a:xfrm>
        </p:spPr>
        <p:txBody>
          <a:bodyPr>
            <a:normAutofit/>
          </a:bodyPr>
          <a:lstStyle/>
          <a:p>
            <a:pPr indent="457200" algn="just"/>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JWT (JSON Web Token) is an open standard used for securely transmitting information between parties as a JSON object.</a:t>
            </a:r>
          </a:p>
          <a:p>
            <a:r>
              <a:rPr lang="en-US" dirty="0"/>
              <a:t> </a:t>
            </a:r>
            <a:r>
              <a:rPr lang="en-US" u="sng" dirty="0">
                <a:solidFill>
                  <a:srgbClr val="FF0000"/>
                </a:solidFill>
              </a:rPr>
              <a:t>example:-</a:t>
            </a:r>
          </a:p>
          <a:p>
            <a:pPr marL="0" indent="0" algn="jus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Token :-eyJhbGciOiJIUzI1NiIsInR5cCI6IkpXVCJ9.  </a:t>
            </a:r>
          </a:p>
          <a:p>
            <a:pPr marL="0" indent="0" algn="jus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eyJzdWIiOiJ1c2VyMTIzIiwicm9sZSI6ImFkbWluIiwiZXhwIjoxNjkzOTEwNDIzfQ.  </a:t>
            </a:r>
          </a:p>
          <a:p>
            <a:pPr marL="0" indent="0" algn="jus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U2h2R6Jw9eZCjz3PpYVwFGa5u8XgJcUt0SOTvYO7c2k</a:t>
            </a:r>
          </a:p>
          <a:p>
            <a:pPr algn="just"/>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token contains three parts</a:t>
            </a:r>
          </a:p>
          <a:p>
            <a:pPr marL="342900" indent="-342900">
              <a:buFont typeface="+mj-lt"/>
              <a:buAutoNum type="arabicPeriod"/>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Header – Contains metadata, including the signing algorithm.</a:t>
            </a:r>
          </a:p>
          <a:p>
            <a:pPr marL="342900" indent="-342900">
              <a:buFont typeface="+mj-lt"/>
              <a:buAutoNum type="arabicPeriod"/>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Payload – Contains user data (claims).</a:t>
            </a:r>
          </a:p>
          <a:p>
            <a:pPr marL="342900" indent="-342900">
              <a:buFont typeface="+mj-lt"/>
              <a:buAutoNum type="arabicPeriod"/>
            </a:pPr>
            <a:r>
              <a:rPr lang="en-IN" sz="1800" kern="100" dirty="0" err="1">
                <a:latin typeface="Times New Roman" panose="02020603050405020304" pitchFamily="18" charset="0"/>
                <a:ea typeface="Calibri" panose="020F0502020204030204" pitchFamily="34" charset="0"/>
                <a:cs typeface="Times New Roman" panose="02020603050405020304" pitchFamily="18" charset="0"/>
              </a:rPr>
              <a:t>Scret</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 key</a:t>
            </a:r>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u="sng" dirty="0">
              <a:solidFill>
                <a:srgbClr val="FF0000"/>
              </a:solidFill>
            </a:endParaRPr>
          </a:p>
        </p:txBody>
      </p:sp>
    </p:spTree>
    <p:extLst>
      <p:ext uri="{BB962C8B-B14F-4D97-AF65-F5344CB8AC3E}">
        <p14:creationId xmlns:p14="http://schemas.microsoft.com/office/powerpoint/2010/main" val="1850717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088F8-073A-5FCF-7308-2EC60CDF363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7DA5EEB-CE11-BB00-B36B-FA135219FC20}"/>
              </a:ext>
            </a:extLst>
          </p:cNvPr>
          <p:cNvSpPr/>
          <p:nvPr/>
        </p:nvSpPr>
        <p:spPr>
          <a:xfrm>
            <a:off x="9496552" y="4594034"/>
            <a:ext cx="2258446" cy="1994053"/>
          </a:xfrm>
          <a:prstGeom prst="rect">
            <a:avLst/>
          </a:prstGeom>
          <a:solidFill>
            <a:schemeClr val="accent4"/>
          </a:solidFill>
          <a:ln>
            <a:solidFill>
              <a:schemeClr val="accent4"/>
            </a:solid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54C0A1B-AD10-EA61-F694-B86EA26ACD13}"/>
              </a:ext>
            </a:extLst>
          </p:cNvPr>
          <p:cNvSpPr/>
          <p:nvPr/>
        </p:nvSpPr>
        <p:spPr>
          <a:xfrm>
            <a:off x="6700698" y="140271"/>
            <a:ext cx="3776344" cy="3362327"/>
          </a:xfrm>
          <a:prstGeom prst="rect">
            <a:avLst/>
          </a:prstGeom>
          <a:solidFill>
            <a:schemeClr val="accent1">
              <a:lumMod val="50000"/>
            </a:schemeClr>
          </a:solidFill>
          <a:ln>
            <a:solidFill>
              <a:schemeClr val="accent1">
                <a:lumMod val="75000"/>
              </a:schemeClr>
            </a:solid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13A0819-0D3C-02E0-6DBB-4E9689E40008}"/>
              </a:ext>
            </a:extLst>
          </p:cNvPr>
          <p:cNvGrpSpPr/>
          <p:nvPr/>
        </p:nvGrpSpPr>
        <p:grpSpPr>
          <a:xfrm>
            <a:off x="126706" y="6376302"/>
            <a:ext cx="5370579" cy="388987"/>
            <a:chOff x="618333" y="6026099"/>
            <a:chExt cx="5370579" cy="388987"/>
          </a:xfrm>
        </p:grpSpPr>
        <p:sp>
          <p:nvSpPr>
            <p:cNvPr id="14" name="TextBox 13">
              <a:extLst>
                <a:ext uri="{FF2B5EF4-FFF2-40B4-BE49-F238E27FC236}">
                  <a16:creationId xmlns:a16="http://schemas.microsoft.com/office/drawing/2014/main" id="{C27F195B-8CF8-2175-9BC5-9CE49FA48C1C}"/>
                </a:ext>
              </a:extLst>
            </p:cNvPr>
            <p:cNvSpPr txBox="1"/>
            <p:nvPr/>
          </p:nvSpPr>
          <p:spPr>
            <a:xfrm>
              <a:off x="1123157" y="6050614"/>
              <a:ext cx="4865755"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15" name="Graphic 14">
              <a:extLst>
                <a:ext uri="{FF2B5EF4-FFF2-40B4-BE49-F238E27FC236}">
                  <a16:creationId xmlns:a16="http://schemas.microsoft.com/office/drawing/2014/main" id="{3FE5C1F2-A290-1FBE-0BC2-EC5F0E887A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8333" y="6026099"/>
              <a:ext cx="353218" cy="388987"/>
            </a:xfrm>
            <a:prstGeom prst="rect">
              <a:avLst/>
            </a:prstGeom>
          </p:spPr>
        </p:pic>
        <p:cxnSp>
          <p:nvCxnSpPr>
            <p:cNvPr id="16" name="Straight Connector 15">
              <a:extLst>
                <a:ext uri="{FF2B5EF4-FFF2-40B4-BE49-F238E27FC236}">
                  <a16:creationId xmlns:a16="http://schemas.microsoft.com/office/drawing/2014/main" id="{F33F2914-AE79-DECF-8393-B159B3697381}"/>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pic>
        <p:nvPicPr>
          <p:cNvPr id="5" name="Picture 4">
            <a:extLst>
              <a:ext uri="{FF2B5EF4-FFF2-40B4-BE49-F238E27FC236}">
                <a16:creationId xmlns:a16="http://schemas.microsoft.com/office/drawing/2014/main" id="{3D6B3D08-F22C-C780-532A-27893456D122}"/>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31686" y="737037"/>
            <a:ext cx="4112516" cy="5497417"/>
          </a:xfrm>
          <a:prstGeom prst="rect">
            <a:avLst/>
          </a:prstGeom>
          <a:effectLst>
            <a:outerShdw blurRad="63500" sx="102000" sy="102000" algn="ctr" rotWithShape="0">
              <a:prstClr val="black">
                <a:alpha val="40000"/>
              </a:prstClr>
            </a:outerShdw>
          </a:effectLst>
        </p:spPr>
      </p:pic>
      <p:sp>
        <p:nvSpPr>
          <p:cNvPr id="8" name="Title 7">
            <a:extLst>
              <a:ext uri="{FF2B5EF4-FFF2-40B4-BE49-F238E27FC236}">
                <a16:creationId xmlns:a16="http://schemas.microsoft.com/office/drawing/2014/main" id="{2A203AF3-A50C-C527-88B0-F5C0471F68CB}"/>
              </a:ext>
            </a:extLst>
          </p:cNvPr>
          <p:cNvSpPr>
            <a:spLocks noGrp="1"/>
          </p:cNvSpPr>
          <p:nvPr>
            <p:ph type="title"/>
          </p:nvPr>
        </p:nvSpPr>
        <p:spPr>
          <a:xfrm>
            <a:off x="838200" y="365125"/>
            <a:ext cx="10515600" cy="760763"/>
          </a:xfrm>
        </p:spPr>
        <p:txBody>
          <a:bodyPr/>
          <a:lstStyle/>
          <a:p>
            <a:r>
              <a:rPr lang="en-IN" dirty="0">
                <a:latin typeface="Times New Roman" panose="02020603050405020304" pitchFamily="18" charset="0"/>
                <a:cs typeface="Times New Roman" panose="02020603050405020304" pitchFamily="18" charset="0"/>
              </a:rPr>
              <a:t>INPUT VALIDATION</a:t>
            </a:r>
          </a:p>
        </p:txBody>
      </p:sp>
      <p:sp>
        <p:nvSpPr>
          <p:cNvPr id="9" name="Content Placeholder 8">
            <a:extLst>
              <a:ext uri="{FF2B5EF4-FFF2-40B4-BE49-F238E27FC236}">
                <a16:creationId xmlns:a16="http://schemas.microsoft.com/office/drawing/2014/main" id="{C85E1095-A073-4EBC-56F4-8FF6AD580E7E}"/>
              </a:ext>
            </a:extLst>
          </p:cNvPr>
          <p:cNvSpPr>
            <a:spLocks noGrp="1"/>
          </p:cNvSpPr>
          <p:nvPr>
            <p:ph idx="1"/>
          </p:nvPr>
        </p:nvSpPr>
        <p:spPr>
          <a:xfrm>
            <a:off x="838201" y="1045029"/>
            <a:ext cx="5862498" cy="5131934"/>
          </a:xfrm>
        </p:spPr>
        <p:txBody>
          <a:bodyPr>
            <a:normAutofit/>
          </a:bodyPr>
          <a:lstStyle/>
          <a:p>
            <a:r>
              <a:rPr lang="en-US" sz="2000" dirty="0" err="1">
                <a:latin typeface="Times New Roman" panose="02020603050405020304" pitchFamily="18" charset="0"/>
                <a:cs typeface="Times New Roman" panose="02020603050405020304" pitchFamily="18" charset="0"/>
              </a:rPr>
              <a:t>Pydantic</a:t>
            </a:r>
            <a:r>
              <a:rPr lang="en-US" sz="2000" dirty="0">
                <a:latin typeface="Times New Roman" panose="02020603050405020304" pitchFamily="18" charset="0"/>
                <a:cs typeface="Times New Roman" panose="02020603050405020304" pitchFamily="18" charset="0"/>
              </a:rPr>
              <a:t> validates inputs. </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At the </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center</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of this system is the </a:t>
            </a:r>
            <a:r>
              <a:rPr lang="en-IN" sz="2000" b="1" dirty="0" err="1">
                <a:effectLst/>
                <a:latin typeface="Times New Roman" panose="02020603050405020304" pitchFamily="18" charset="0"/>
                <a:ea typeface="Calibri" panose="020F0502020204030204" pitchFamily="34" charset="0"/>
                <a:cs typeface="Times New Roman" panose="02020603050405020304" pitchFamily="18" charset="0"/>
              </a:rPr>
              <a:t>BaseModel</a:t>
            </a: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 class</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which allows developers to define the structure, validation rules, and constraints for input/output data</a:t>
            </a: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endParaRPr lang="en-US" sz="2000" dirty="0"/>
          </a:p>
          <a:p>
            <a:pPr marL="342900" lvl="0" indent="-342900">
              <a:buFont typeface="Symbol" panose="05050102010706020507" pitchFamily="18" charset="2"/>
              <a:buChar char=""/>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Automatic Validation – No need for manual if checks.</a:t>
            </a:r>
          </a:p>
          <a:p>
            <a:pPr marL="342900" lvl="0" indent="-342900">
              <a:buFont typeface="Symbol" panose="05050102010706020507" pitchFamily="18" charset="2"/>
              <a:buChar char=""/>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Error Handling Built-in – Invalid inputs automatically return error messages.</a:t>
            </a:r>
          </a:p>
          <a:p>
            <a:pPr marL="342900" lvl="0" indent="-342900">
              <a:buFont typeface="Symbol" panose="05050102010706020507" pitchFamily="18" charset="2"/>
              <a:buChar char=""/>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Clean &amp; Readable Code – Define schema once, use everywhere.</a:t>
            </a:r>
          </a:p>
          <a:p>
            <a:pPr marL="342900" lvl="0" indent="-342900">
              <a:buFont typeface="Symbol" panose="05050102010706020507" pitchFamily="18" charset="2"/>
              <a:buChar char=""/>
            </a:pP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pic>
        <p:nvPicPr>
          <p:cNvPr id="17" name="Picture 16">
            <a:extLst>
              <a:ext uri="{FF2B5EF4-FFF2-40B4-BE49-F238E27FC236}">
                <a16:creationId xmlns:a16="http://schemas.microsoft.com/office/drawing/2014/main" id="{E5EB97A0-6291-AD78-AB6C-77E3B7723A51}"/>
              </a:ext>
            </a:extLst>
          </p:cNvPr>
          <p:cNvPicPr>
            <a:picLocks noChangeAspect="1"/>
          </p:cNvPicPr>
          <p:nvPr/>
        </p:nvPicPr>
        <p:blipFill>
          <a:blip r:embed="rId6"/>
          <a:stretch>
            <a:fillRect/>
          </a:stretch>
        </p:blipFill>
        <p:spPr>
          <a:xfrm>
            <a:off x="1066022" y="4202019"/>
            <a:ext cx="5029978" cy="2198797"/>
          </a:xfrm>
          <a:prstGeom prst="rect">
            <a:avLst/>
          </a:prstGeom>
        </p:spPr>
      </p:pic>
    </p:spTree>
    <p:extLst>
      <p:ext uri="{BB962C8B-B14F-4D97-AF65-F5344CB8AC3E}">
        <p14:creationId xmlns:p14="http://schemas.microsoft.com/office/powerpoint/2010/main" val="2853014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CDFC6-0E63-418B-4B48-3BF0AE88658D}"/>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10FC5704-A31F-AA3A-CD63-1A74A25FD8B8}"/>
              </a:ext>
            </a:extLst>
          </p:cNvPr>
          <p:cNvGrpSpPr/>
          <p:nvPr/>
        </p:nvGrpSpPr>
        <p:grpSpPr>
          <a:xfrm>
            <a:off x="232871" y="6271130"/>
            <a:ext cx="5514785" cy="388987"/>
            <a:chOff x="618333" y="6026099"/>
            <a:chExt cx="4886323" cy="388987"/>
          </a:xfrm>
        </p:grpSpPr>
        <p:sp>
          <p:nvSpPr>
            <p:cNvPr id="5" name="TextBox 4">
              <a:extLst>
                <a:ext uri="{FF2B5EF4-FFF2-40B4-BE49-F238E27FC236}">
                  <a16:creationId xmlns:a16="http://schemas.microsoft.com/office/drawing/2014/main" id="{08CE817D-C768-1D7F-4365-D67EE7823A53}"/>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6" name="Graphic 5">
              <a:extLst>
                <a:ext uri="{FF2B5EF4-FFF2-40B4-BE49-F238E27FC236}">
                  <a16:creationId xmlns:a16="http://schemas.microsoft.com/office/drawing/2014/main" id="{68E49B97-3A70-5CE9-EC63-FFDBE0D519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7" name="Straight Connector 6">
              <a:extLst>
                <a:ext uri="{FF2B5EF4-FFF2-40B4-BE49-F238E27FC236}">
                  <a16:creationId xmlns:a16="http://schemas.microsoft.com/office/drawing/2014/main" id="{4B0D753B-69A4-5F2B-092B-916DEA5A1C07}"/>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8" name="Flowchart: Connector 7">
            <a:extLst>
              <a:ext uri="{FF2B5EF4-FFF2-40B4-BE49-F238E27FC236}">
                <a16:creationId xmlns:a16="http://schemas.microsoft.com/office/drawing/2014/main" id="{E842E4CC-DE55-F472-E6D7-B9F0CF31CE8E}"/>
              </a:ext>
            </a:extLst>
          </p:cNvPr>
          <p:cNvSpPr/>
          <p:nvPr/>
        </p:nvSpPr>
        <p:spPr>
          <a:xfrm>
            <a:off x="8650628" y="68103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BD551DB3-DBBE-FD87-3289-2BB5606C9109}"/>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676491CC-D1E4-E601-0B1E-72F8DDB3C97B}"/>
              </a:ext>
            </a:extLst>
          </p:cNvPr>
          <p:cNvSpPr/>
          <p:nvPr/>
        </p:nvSpPr>
        <p:spPr>
          <a:xfrm>
            <a:off x="11529492" y="33140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CEB12412-AE8E-3709-AD41-519250F66B2D}"/>
              </a:ext>
            </a:extLst>
          </p:cNvPr>
          <p:cNvSpPr/>
          <p:nvPr/>
        </p:nvSpPr>
        <p:spPr>
          <a:xfrm>
            <a:off x="10245271" y="5588604"/>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Text Placeholder 16">
            <a:extLst>
              <a:ext uri="{FF2B5EF4-FFF2-40B4-BE49-F238E27FC236}">
                <a16:creationId xmlns:a16="http://schemas.microsoft.com/office/drawing/2014/main" id="{4CDFF653-3B0A-F62B-5398-F8BF7A02166F}"/>
              </a:ext>
            </a:extLst>
          </p:cNvPr>
          <p:cNvSpPr>
            <a:spLocks noGrp="1"/>
          </p:cNvSpPr>
          <p:nvPr>
            <p:ph type="body" idx="1"/>
          </p:nvPr>
        </p:nvSpPr>
        <p:spPr>
          <a:xfrm>
            <a:off x="839788" y="429300"/>
            <a:ext cx="5157787" cy="823912"/>
          </a:xfrm>
        </p:spPr>
        <p:txBody>
          <a:bodyPr>
            <a:normAutofit/>
          </a:bodyPr>
          <a:lstStyle/>
          <a:p>
            <a:pPr algn="ctr"/>
            <a:r>
              <a:rPr lang="en-IN" sz="4000" dirty="0">
                <a:latin typeface="Times New Roman" panose="02020603050405020304" pitchFamily="18" charset="0"/>
                <a:cs typeface="Times New Roman" panose="02020603050405020304" pitchFamily="18" charset="0"/>
              </a:rPr>
              <a:t>Rate Limiting</a:t>
            </a:r>
          </a:p>
        </p:txBody>
      </p:sp>
      <p:sp>
        <p:nvSpPr>
          <p:cNvPr id="18" name="Content Placeholder 17">
            <a:extLst>
              <a:ext uri="{FF2B5EF4-FFF2-40B4-BE49-F238E27FC236}">
                <a16:creationId xmlns:a16="http://schemas.microsoft.com/office/drawing/2014/main" id="{6551B8AE-EE0F-F132-05A9-2990BE6F5A82}"/>
              </a:ext>
            </a:extLst>
          </p:cNvPr>
          <p:cNvSpPr>
            <a:spLocks noGrp="1"/>
          </p:cNvSpPr>
          <p:nvPr>
            <p:ph sz="half" idx="2"/>
          </p:nvPr>
        </p:nvSpPr>
        <p:spPr>
          <a:xfrm>
            <a:off x="839788" y="1404257"/>
            <a:ext cx="10111241" cy="4891388"/>
          </a:xfrm>
        </p:spPr>
        <p:txBody>
          <a:bodyPr/>
          <a:lstStyle/>
          <a:p>
            <a:r>
              <a:rPr lang="en-US" dirty="0"/>
              <a:t>Defends against brute-force and API abuse by restricting login attempts per IP/user.</a:t>
            </a:r>
          </a:p>
          <a:p>
            <a:endParaRPr lang="en-US" dirty="0"/>
          </a:p>
          <a:p>
            <a:endParaRPr lang="en-IN" dirty="0"/>
          </a:p>
        </p:txBody>
      </p:sp>
      <p:sp>
        <p:nvSpPr>
          <p:cNvPr id="20" name="Content Placeholder 19">
            <a:extLst>
              <a:ext uri="{FF2B5EF4-FFF2-40B4-BE49-F238E27FC236}">
                <a16:creationId xmlns:a16="http://schemas.microsoft.com/office/drawing/2014/main" id="{1A497296-2189-00BE-CB3D-E675E576FB12}"/>
              </a:ext>
            </a:extLst>
          </p:cNvPr>
          <p:cNvSpPr>
            <a:spLocks noGrp="1"/>
          </p:cNvSpPr>
          <p:nvPr>
            <p:ph sz="quarter" idx="4"/>
          </p:nvPr>
        </p:nvSpPr>
        <p:spPr>
          <a:xfrm>
            <a:off x="6490834" y="1253212"/>
            <a:ext cx="5183188" cy="3177274"/>
          </a:xfrm>
        </p:spPr>
        <p:txBody>
          <a:bodyPr/>
          <a:lstStyle/>
          <a:p>
            <a:pPr marL="0" indent="0">
              <a:buNone/>
            </a:pPr>
            <a:endParaRPr lang="en-US" dirty="0"/>
          </a:p>
          <a:p>
            <a:endParaRPr lang="en-IN" dirty="0"/>
          </a:p>
        </p:txBody>
      </p:sp>
      <p:pic>
        <p:nvPicPr>
          <p:cNvPr id="22" name="Picture 21">
            <a:extLst>
              <a:ext uri="{FF2B5EF4-FFF2-40B4-BE49-F238E27FC236}">
                <a16:creationId xmlns:a16="http://schemas.microsoft.com/office/drawing/2014/main" id="{EEDF4BF6-1066-554A-7D81-D124614C498E}"/>
              </a:ext>
            </a:extLst>
          </p:cNvPr>
          <p:cNvPicPr>
            <a:picLocks noChangeAspect="1"/>
          </p:cNvPicPr>
          <p:nvPr/>
        </p:nvPicPr>
        <p:blipFill>
          <a:blip r:embed="rId4"/>
          <a:stretch>
            <a:fillRect/>
          </a:stretch>
        </p:blipFill>
        <p:spPr>
          <a:xfrm>
            <a:off x="1360713" y="2632392"/>
            <a:ext cx="9209315" cy="2538914"/>
          </a:xfrm>
          <a:prstGeom prst="rect">
            <a:avLst/>
          </a:prstGeom>
        </p:spPr>
      </p:pic>
    </p:spTree>
    <p:extLst>
      <p:ext uri="{BB962C8B-B14F-4D97-AF65-F5344CB8AC3E}">
        <p14:creationId xmlns:p14="http://schemas.microsoft.com/office/powerpoint/2010/main" val="1587086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DD817-0C9A-83B2-07E2-52685EA0CA23}"/>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7E2D6C21-5F23-FE6A-46C8-637BD7293947}"/>
              </a:ext>
            </a:extLst>
          </p:cNvPr>
          <p:cNvGrpSpPr/>
          <p:nvPr/>
        </p:nvGrpSpPr>
        <p:grpSpPr>
          <a:xfrm>
            <a:off x="732633" y="442914"/>
            <a:ext cx="5130795" cy="5115464"/>
            <a:chOff x="965200" y="1122616"/>
            <a:chExt cx="4248146" cy="4235452"/>
          </a:xfrm>
        </p:grpSpPr>
        <p:sp>
          <p:nvSpPr>
            <p:cNvPr id="4" name="Rectangle 3">
              <a:extLst>
                <a:ext uri="{FF2B5EF4-FFF2-40B4-BE49-F238E27FC236}">
                  <a16:creationId xmlns:a16="http://schemas.microsoft.com/office/drawing/2014/main" id="{850668FB-C0DE-2873-C921-894C7C9EF43B}"/>
                </a:ext>
              </a:extLst>
            </p:cNvPr>
            <p:cNvSpPr/>
            <p:nvPr/>
          </p:nvSpPr>
          <p:spPr>
            <a:xfrm>
              <a:off x="965200" y="1122616"/>
              <a:ext cx="2095498" cy="2095498"/>
            </a:xfrm>
            <a:prstGeom prst="rect">
              <a:avLst/>
            </a:prstGeom>
            <a:solidFill>
              <a:srgbClr val="1B1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endParaRPr>
            </a:p>
          </p:txBody>
        </p:sp>
        <p:sp>
          <p:nvSpPr>
            <p:cNvPr id="10" name="Rectangle 9">
              <a:extLst>
                <a:ext uri="{FF2B5EF4-FFF2-40B4-BE49-F238E27FC236}">
                  <a16:creationId xmlns:a16="http://schemas.microsoft.com/office/drawing/2014/main" id="{B8004D42-ABE9-D347-A138-5607C5AFBED4}"/>
                </a:ext>
              </a:extLst>
            </p:cNvPr>
            <p:cNvSpPr/>
            <p:nvPr/>
          </p:nvSpPr>
          <p:spPr>
            <a:xfrm>
              <a:off x="3117848" y="3262570"/>
              <a:ext cx="2095498" cy="2095498"/>
            </a:xfrm>
            <a:prstGeom prst="rect">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DAC823BB-6B2F-B4F6-47E3-4FFDCDFAED88}"/>
              </a:ext>
            </a:extLst>
          </p:cNvPr>
          <p:cNvGrpSpPr/>
          <p:nvPr/>
        </p:nvGrpSpPr>
        <p:grpSpPr>
          <a:xfrm>
            <a:off x="232872" y="6271130"/>
            <a:ext cx="5351499" cy="388987"/>
            <a:chOff x="618333" y="6026099"/>
            <a:chExt cx="4886323" cy="388987"/>
          </a:xfrm>
        </p:grpSpPr>
        <p:sp>
          <p:nvSpPr>
            <p:cNvPr id="18" name="TextBox 17">
              <a:extLst>
                <a:ext uri="{FF2B5EF4-FFF2-40B4-BE49-F238E27FC236}">
                  <a16:creationId xmlns:a16="http://schemas.microsoft.com/office/drawing/2014/main" id="{316A94CE-24C3-FA4D-37A2-349BF4F0D6D2}"/>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19" name="Graphic 18">
              <a:extLst>
                <a:ext uri="{FF2B5EF4-FFF2-40B4-BE49-F238E27FC236}">
                  <a16:creationId xmlns:a16="http://schemas.microsoft.com/office/drawing/2014/main" id="{753CF436-093F-67CD-A9E7-D8D374E10E9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8333" y="6026099"/>
              <a:ext cx="353218" cy="388987"/>
            </a:xfrm>
            <a:prstGeom prst="rect">
              <a:avLst/>
            </a:prstGeom>
          </p:spPr>
        </p:pic>
        <p:cxnSp>
          <p:nvCxnSpPr>
            <p:cNvPr id="22" name="Straight Connector 21">
              <a:extLst>
                <a:ext uri="{FF2B5EF4-FFF2-40B4-BE49-F238E27FC236}">
                  <a16:creationId xmlns:a16="http://schemas.microsoft.com/office/drawing/2014/main" id="{E8E9420E-5C17-032D-AB00-A0171B6EFDCE}"/>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2" name="TextBox 1">
            <a:extLst>
              <a:ext uri="{FF2B5EF4-FFF2-40B4-BE49-F238E27FC236}">
                <a16:creationId xmlns:a16="http://schemas.microsoft.com/office/drawing/2014/main" id="{48D72ED9-8036-2166-326F-A68C3C8511B0}"/>
              </a:ext>
            </a:extLst>
          </p:cNvPr>
          <p:cNvSpPr txBox="1"/>
          <p:nvPr/>
        </p:nvSpPr>
        <p:spPr>
          <a:xfrm>
            <a:off x="5871305" y="892957"/>
            <a:ext cx="5905409"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GB" sz="2800" b="1" dirty="0">
              <a:ea typeface="Calibri"/>
              <a:cs typeface="Calibri"/>
            </a:endParaRPr>
          </a:p>
          <a:p>
            <a:pPr algn="l"/>
            <a:endParaRPr lang="en-GB" dirty="0">
              <a:ea typeface="Calibri"/>
              <a:cs typeface="Calibri"/>
            </a:endParaRPr>
          </a:p>
        </p:txBody>
      </p:sp>
      <p:sp>
        <p:nvSpPr>
          <p:cNvPr id="5" name="Title 4">
            <a:extLst>
              <a:ext uri="{FF2B5EF4-FFF2-40B4-BE49-F238E27FC236}">
                <a16:creationId xmlns:a16="http://schemas.microsoft.com/office/drawing/2014/main" id="{70E791B8-A3CD-6F7E-5ECC-9DC1D8E59E5D}"/>
              </a:ext>
            </a:extLst>
          </p:cNvPr>
          <p:cNvSpPr>
            <a:spLocks noGrp="1"/>
          </p:cNvSpPr>
          <p:nvPr>
            <p:ph type="title"/>
          </p:nvPr>
        </p:nvSpPr>
        <p:spPr/>
        <p:txBody>
          <a:bodyPr>
            <a:normAutofit/>
          </a:bodyPr>
          <a:lstStyle/>
          <a:p>
            <a:pPr algn="ctr"/>
            <a:r>
              <a:rPr lang="en-IN" sz="40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ROLE-BASED ACCESS CONTROL</a:t>
            </a:r>
            <a:endParaRPr lang="en-IN" sz="4000" dirty="0">
              <a:solidFill>
                <a:srgbClr val="FF0000"/>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72BBDDCC-E1D9-F44F-5464-DF5280087164}"/>
              </a:ext>
            </a:extLst>
          </p:cNvPr>
          <p:cNvSpPr>
            <a:spLocks noGrp="1"/>
          </p:cNvSpPr>
          <p:nvPr>
            <p:ph idx="1"/>
          </p:nvPr>
        </p:nvSpPr>
        <p:spPr>
          <a:xfrm>
            <a:off x="533401" y="1299622"/>
            <a:ext cx="10820399" cy="4877341"/>
          </a:xfrm>
        </p:spPr>
        <p:txBody>
          <a:bodyPr/>
          <a:lstStyle/>
          <a:p>
            <a:pPr indent="228600"/>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In a secure application, not every user should have the same level of access.</a:t>
            </a:r>
            <a:b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For example:</a:t>
            </a:r>
          </a:p>
          <a:p>
            <a:pPr marL="342900" lvl="0" indent="-342900">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An </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Admin</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can manage users, view logs, and change roles.</a:t>
            </a:r>
          </a:p>
          <a:p>
            <a:pPr marL="342900" lvl="0" indent="-342900">
              <a:buSzPts val="1000"/>
              <a:buFont typeface="Symbol" panose="05050102010706020507" pitchFamily="18" charset="2"/>
              <a:buChar char=""/>
              <a:tabLst>
                <a:tab pos="457200" algn="l"/>
              </a:tabLs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A </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Normal User</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can only access their personal dashboard.</a:t>
            </a:r>
          </a:p>
          <a:p>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This type of access restriction is called </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Role-Based Access Control (RBAC)</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indent="0">
              <a:buNone/>
            </a:pPr>
            <a:endParaRPr lang="en-IN" dirty="0"/>
          </a:p>
        </p:txBody>
      </p:sp>
      <p:pic>
        <p:nvPicPr>
          <p:cNvPr id="7" name="Picture 6">
            <a:extLst>
              <a:ext uri="{FF2B5EF4-FFF2-40B4-BE49-F238E27FC236}">
                <a16:creationId xmlns:a16="http://schemas.microsoft.com/office/drawing/2014/main" id="{61363830-1B88-8890-78E4-E8CC9358F026}"/>
              </a:ext>
            </a:extLst>
          </p:cNvPr>
          <p:cNvPicPr>
            <a:picLocks noChangeAspect="1"/>
          </p:cNvPicPr>
          <p:nvPr/>
        </p:nvPicPr>
        <p:blipFill>
          <a:blip r:embed="rId5"/>
          <a:stretch>
            <a:fillRect/>
          </a:stretch>
        </p:blipFill>
        <p:spPr>
          <a:xfrm>
            <a:off x="1604582" y="3495522"/>
            <a:ext cx="8291655" cy="2951704"/>
          </a:xfrm>
          <a:prstGeom prst="rect">
            <a:avLst/>
          </a:prstGeom>
        </p:spPr>
      </p:pic>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21931F29-A31E-9501-BF8B-1711BCAE26AA}"/>
                  </a:ext>
                </a:extLst>
              </p14:cNvPr>
              <p14:cNvContentPartPr/>
              <p14:nvPr/>
            </p14:nvContentPartPr>
            <p14:xfrm>
              <a:off x="1307702" y="694253"/>
              <a:ext cx="360" cy="360"/>
            </p14:xfrm>
          </p:contentPart>
        </mc:Choice>
        <mc:Fallback xmlns="">
          <p:pic>
            <p:nvPicPr>
              <p:cNvPr id="3" name="Ink 2">
                <a:extLst>
                  <a:ext uri="{FF2B5EF4-FFF2-40B4-BE49-F238E27FC236}">
                    <a16:creationId xmlns:a16="http://schemas.microsoft.com/office/drawing/2014/main" id="{21931F29-A31E-9501-BF8B-1711BCAE26AA}"/>
                  </a:ext>
                </a:extLst>
              </p:cNvPr>
              <p:cNvPicPr/>
              <p:nvPr/>
            </p:nvPicPr>
            <p:blipFill>
              <a:blip r:embed="rId7"/>
              <a:stretch>
                <a:fillRect/>
              </a:stretch>
            </p:blipFill>
            <p:spPr>
              <a:xfrm>
                <a:off x="1253702" y="586253"/>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40DE0AA0-739C-9391-FF2E-87CFD604673C}"/>
                  </a:ext>
                </a:extLst>
              </p14:cNvPr>
              <p14:cNvContentPartPr/>
              <p14:nvPr/>
            </p14:nvContentPartPr>
            <p14:xfrm>
              <a:off x="1307702" y="694253"/>
              <a:ext cx="360" cy="360"/>
            </p14:xfrm>
          </p:contentPart>
        </mc:Choice>
        <mc:Fallback xmlns="">
          <p:pic>
            <p:nvPicPr>
              <p:cNvPr id="8" name="Ink 7">
                <a:extLst>
                  <a:ext uri="{FF2B5EF4-FFF2-40B4-BE49-F238E27FC236}">
                    <a16:creationId xmlns:a16="http://schemas.microsoft.com/office/drawing/2014/main" id="{40DE0AA0-739C-9391-FF2E-87CFD604673C}"/>
                  </a:ext>
                </a:extLst>
              </p:cNvPr>
              <p:cNvPicPr/>
              <p:nvPr/>
            </p:nvPicPr>
            <p:blipFill>
              <a:blip r:embed="rId7"/>
              <a:stretch>
                <a:fillRect/>
              </a:stretch>
            </p:blipFill>
            <p:spPr>
              <a:xfrm>
                <a:off x="1253702" y="586253"/>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74ADC4FC-B0B7-1E20-6144-A95987B1594F}"/>
                  </a:ext>
                </a:extLst>
              </p14:cNvPr>
              <p14:cNvContentPartPr/>
              <p14:nvPr/>
            </p14:nvContentPartPr>
            <p14:xfrm>
              <a:off x="2916542" y="439373"/>
              <a:ext cx="360" cy="360"/>
            </p14:xfrm>
          </p:contentPart>
        </mc:Choice>
        <mc:Fallback xmlns="">
          <p:pic>
            <p:nvPicPr>
              <p:cNvPr id="9" name="Ink 8">
                <a:extLst>
                  <a:ext uri="{FF2B5EF4-FFF2-40B4-BE49-F238E27FC236}">
                    <a16:creationId xmlns:a16="http://schemas.microsoft.com/office/drawing/2014/main" id="{74ADC4FC-B0B7-1E20-6144-A95987B1594F}"/>
                  </a:ext>
                </a:extLst>
              </p:cNvPr>
              <p:cNvPicPr/>
              <p:nvPr/>
            </p:nvPicPr>
            <p:blipFill>
              <a:blip r:embed="rId7"/>
              <a:stretch>
                <a:fillRect/>
              </a:stretch>
            </p:blipFill>
            <p:spPr>
              <a:xfrm>
                <a:off x="2862902" y="331733"/>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7FC068A2-54D2-94F0-4F25-2B3470961588}"/>
                  </a:ext>
                </a:extLst>
              </p14:cNvPr>
              <p14:cNvContentPartPr/>
              <p14:nvPr/>
            </p14:nvContentPartPr>
            <p14:xfrm>
              <a:off x="2916542" y="439373"/>
              <a:ext cx="360" cy="360"/>
            </p14:xfrm>
          </p:contentPart>
        </mc:Choice>
        <mc:Fallback xmlns="">
          <p:pic>
            <p:nvPicPr>
              <p:cNvPr id="11" name="Ink 10">
                <a:extLst>
                  <a:ext uri="{FF2B5EF4-FFF2-40B4-BE49-F238E27FC236}">
                    <a16:creationId xmlns:a16="http://schemas.microsoft.com/office/drawing/2014/main" id="{7FC068A2-54D2-94F0-4F25-2B3470961588}"/>
                  </a:ext>
                </a:extLst>
              </p:cNvPr>
              <p:cNvPicPr/>
              <p:nvPr/>
            </p:nvPicPr>
            <p:blipFill>
              <a:blip r:embed="rId7"/>
              <a:stretch>
                <a:fillRect/>
              </a:stretch>
            </p:blipFill>
            <p:spPr>
              <a:xfrm>
                <a:off x="2862902" y="331733"/>
                <a:ext cx="108000" cy="216000"/>
              </a:xfrm>
              <a:prstGeom prst="rect">
                <a:avLst/>
              </a:prstGeom>
            </p:spPr>
          </p:pic>
        </mc:Fallback>
      </mc:AlternateContent>
    </p:spTree>
    <p:extLst>
      <p:ext uri="{BB962C8B-B14F-4D97-AF65-F5344CB8AC3E}">
        <p14:creationId xmlns:p14="http://schemas.microsoft.com/office/powerpoint/2010/main" val="688460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7B78B-A43A-E1CF-1CC5-F865A14E4B21}"/>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F155F961-DC3D-62CD-A2CB-64B97393A8BA}"/>
              </a:ext>
            </a:extLst>
          </p:cNvPr>
          <p:cNvSpPr>
            <a:spLocks noGrp="1"/>
          </p:cNvSpPr>
          <p:nvPr>
            <p:ph type="title"/>
          </p:nvPr>
        </p:nvSpPr>
        <p:spPr/>
        <p:txBody>
          <a:bodyPr/>
          <a:lstStyle/>
          <a:p>
            <a:pPr algn="ctr"/>
            <a:r>
              <a:rPr lang="en-IN" sz="4000" dirty="0">
                <a:latin typeface="Times New Roman" panose="02020603050405020304" pitchFamily="18" charset="0"/>
                <a:cs typeface="Times New Roman" panose="02020603050405020304" pitchFamily="18" charset="0"/>
              </a:rPr>
              <a:t>EVENT LOGGING</a:t>
            </a:r>
            <a:endParaRPr lang="en-US" sz="4000" b="1" dirty="0">
              <a:latin typeface="Times New Roman" panose="02020603050405020304" pitchFamily="18" charset="0"/>
              <a:ea typeface="Calibri"/>
              <a:cs typeface="Times New Roman" panose="02020603050405020304" pitchFamily="18" charset="0"/>
            </a:endParaRPr>
          </a:p>
        </p:txBody>
      </p:sp>
      <p:sp>
        <p:nvSpPr>
          <p:cNvPr id="3" name="Content Placeholder 2">
            <a:extLst>
              <a:ext uri="{FF2B5EF4-FFF2-40B4-BE49-F238E27FC236}">
                <a16:creationId xmlns:a16="http://schemas.microsoft.com/office/drawing/2014/main" id="{6F7E2AA7-02DD-D4CF-AF4E-7FC34DAA31CD}"/>
              </a:ext>
            </a:extLst>
          </p:cNvPr>
          <p:cNvSpPr>
            <a:spLocks noGrp="1"/>
          </p:cNvSpPr>
          <p:nvPr>
            <p:ph idx="1"/>
          </p:nvPr>
        </p:nvSpPr>
        <p:spPr/>
        <p:txBody>
          <a:bodyPr vert="horz" lIns="91440" tIns="45720" rIns="91440" bIns="45720" rtlCol="0" anchor="t">
            <a:normAutofit/>
          </a:bodyPr>
          <a:lstStyle/>
          <a:p>
            <a:pPr marL="0" indent="0">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Security event logging is the process of recording and monitoring events related to security in an application. In this project, since we deal with sensitive operations like login, JWT authentication, and role-based access, logging is essential </a:t>
            </a:r>
          </a:p>
          <a:p>
            <a:pPr marL="0" indent="0">
              <a:buNone/>
            </a:pPr>
            <a:r>
              <a:rPr lang="en-IN" sz="2000" dirty="0">
                <a:latin typeface="Times New Roman" panose="02020603050405020304" pitchFamily="18" charset="0"/>
                <a:ea typeface="Calibri" panose="020F0502020204030204" pitchFamily="34" charset="0"/>
                <a:cs typeface="Times New Roman" panose="02020603050405020304" pitchFamily="18" charset="0"/>
              </a:rPr>
              <a:t>Example:-</a:t>
            </a:r>
          </a:p>
          <a:p>
            <a:pPr marL="0" indent="0">
              <a:buNone/>
            </a:pP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2000" dirty="0">
              <a:latin typeface="Times New Roman" panose="02020603050405020304" pitchFamily="18" charset="0"/>
              <a:ea typeface="Calibri"/>
              <a:cs typeface="Times New Roman" panose="02020603050405020304" pitchFamily="18" charset="0"/>
            </a:endParaRPr>
          </a:p>
        </p:txBody>
      </p:sp>
      <p:grpSp>
        <p:nvGrpSpPr>
          <p:cNvPr id="4" name="Group 3">
            <a:extLst>
              <a:ext uri="{FF2B5EF4-FFF2-40B4-BE49-F238E27FC236}">
                <a16:creationId xmlns:a16="http://schemas.microsoft.com/office/drawing/2014/main" id="{974FEC5A-2B8A-4B95-5769-EE708096791B}"/>
              </a:ext>
            </a:extLst>
          </p:cNvPr>
          <p:cNvGrpSpPr/>
          <p:nvPr/>
        </p:nvGrpSpPr>
        <p:grpSpPr>
          <a:xfrm>
            <a:off x="232871" y="6271130"/>
            <a:ext cx="5514785" cy="388987"/>
            <a:chOff x="618333" y="6026099"/>
            <a:chExt cx="4886323" cy="388987"/>
          </a:xfrm>
        </p:grpSpPr>
        <p:sp>
          <p:nvSpPr>
            <p:cNvPr id="5" name="TextBox 4">
              <a:extLst>
                <a:ext uri="{FF2B5EF4-FFF2-40B4-BE49-F238E27FC236}">
                  <a16:creationId xmlns:a16="http://schemas.microsoft.com/office/drawing/2014/main" id="{0E03EA0D-A01B-D902-EBD4-1887797CBC03}"/>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6" name="Graphic 5">
              <a:extLst>
                <a:ext uri="{FF2B5EF4-FFF2-40B4-BE49-F238E27FC236}">
                  <a16:creationId xmlns:a16="http://schemas.microsoft.com/office/drawing/2014/main" id="{0078593A-A0C8-DA49-CB28-1DAC29343F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7" name="Straight Connector 6">
              <a:extLst>
                <a:ext uri="{FF2B5EF4-FFF2-40B4-BE49-F238E27FC236}">
                  <a16:creationId xmlns:a16="http://schemas.microsoft.com/office/drawing/2014/main" id="{B7E164FC-0C90-6C19-B8D7-1B51013EB8EE}"/>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8" name="Flowchart: Connector 7">
            <a:extLst>
              <a:ext uri="{FF2B5EF4-FFF2-40B4-BE49-F238E27FC236}">
                <a16:creationId xmlns:a16="http://schemas.microsoft.com/office/drawing/2014/main" id="{D253B78E-C718-0B59-0F15-FE821E90DE0C}"/>
              </a:ext>
            </a:extLst>
          </p:cNvPr>
          <p:cNvSpPr/>
          <p:nvPr/>
        </p:nvSpPr>
        <p:spPr>
          <a:xfrm>
            <a:off x="8650628" y="68103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6B5D9801-0286-4B15-136D-4CBF94E9F5C8}"/>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C88826F6-3C5A-5CA6-F202-EF7EA13203AF}"/>
              </a:ext>
            </a:extLst>
          </p:cNvPr>
          <p:cNvSpPr/>
          <p:nvPr/>
        </p:nvSpPr>
        <p:spPr>
          <a:xfrm>
            <a:off x="11529492" y="33140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B7AF164D-4DF0-218D-9BC5-F77E21C94BBD}"/>
              </a:ext>
            </a:extLst>
          </p:cNvPr>
          <p:cNvSpPr/>
          <p:nvPr/>
        </p:nvSpPr>
        <p:spPr>
          <a:xfrm>
            <a:off x="10245271" y="5588604"/>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56526AB2-FD0C-02DD-EBBF-EA50940260A2}"/>
              </a:ext>
            </a:extLst>
          </p:cNvPr>
          <p:cNvPicPr>
            <a:picLocks noChangeAspect="1"/>
          </p:cNvPicPr>
          <p:nvPr/>
        </p:nvPicPr>
        <p:blipFill>
          <a:blip r:embed="rId4"/>
          <a:stretch>
            <a:fillRect/>
          </a:stretch>
        </p:blipFill>
        <p:spPr>
          <a:xfrm>
            <a:off x="925975" y="3102015"/>
            <a:ext cx="9319296" cy="2824223"/>
          </a:xfrm>
          <a:prstGeom prst="rect">
            <a:avLst/>
          </a:prstGeom>
        </p:spPr>
      </p:pic>
    </p:spTree>
    <p:extLst>
      <p:ext uri="{BB962C8B-B14F-4D97-AF65-F5344CB8AC3E}">
        <p14:creationId xmlns:p14="http://schemas.microsoft.com/office/powerpoint/2010/main" val="2168105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BBF1D-D9D7-D037-7440-3647DCBEC77A}"/>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E633FA88-7A12-F5B8-4FA7-B04A7CCE4629}"/>
              </a:ext>
            </a:extLst>
          </p:cNvPr>
          <p:cNvSpPr>
            <a:spLocks noGrp="1"/>
          </p:cNvSpPr>
          <p:nvPr>
            <p:ph type="title"/>
          </p:nvPr>
        </p:nvSpPr>
        <p:spPr/>
        <p:txBody>
          <a:bodyPr/>
          <a:lstStyle/>
          <a:p>
            <a:pPr algn="ctr"/>
            <a:r>
              <a:rPr lang="en-GB" sz="4000" dirty="0">
                <a:latin typeface="Calibri"/>
                <a:ea typeface="Calibri"/>
                <a:cs typeface="Calibri"/>
              </a:rPr>
              <a:t>           </a:t>
            </a:r>
            <a:r>
              <a:rPr lang="en-GB" sz="4000" b="1" dirty="0">
                <a:latin typeface="Times New Roman" panose="02020603050405020304" pitchFamily="18" charset="0"/>
                <a:ea typeface="Calibri"/>
                <a:cs typeface="Times New Roman" panose="02020603050405020304" pitchFamily="18" charset="0"/>
              </a:rPr>
              <a:t> </a:t>
            </a:r>
            <a:r>
              <a:rPr lang="en-IN" sz="4000" b="1" dirty="0">
                <a:latin typeface="Times New Roman" panose="02020603050405020304" pitchFamily="18" charset="0"/>
                <a:ea typeface="Calibri"/>
                <a:cs typeface="Times New Roman" panose="02020603050405020304" pitchFamily="18" charset="0"/>
              </a:rPr>
              <a:t>Project structure</a:t>
            </a:r>
            <a:r>
              <a:rPr lang="en-GB" sz="4000" b="1" dirty="0">
                <a:latin typeface="Times New Roman" panose="02020603050405020304" pitchFamily="18" charset="0"/>
                <a:ea typeface="Calibri"/>
                <a:cs typeface="Times New Roman" panose="02020603050405020304" pitchFamily="18" charset="0"/>
              </a:rPr>
              <a:t>        </a:t>
            </a:r>
            <a:endParaRPr lang="en-US" sz="4000" b="1" dirty="0">
              <a:latin typeface="Times New Roman" panose="02020603050405020304" pitchFamily="18" charset="0"/>
              <a:ea typeface="Calibri"/>
              <a:cs typeface="Times New Roman" panose="02020603050405020304" pitchFamily="18" charset="0"/>
            </a:endParaRPr>
          </a:p>
        </p:txBody>
      </p:sp>
      <p:pic>
        <p:nvPicPr>
          <p:cNvPr id="13" name="Content Placeholder 12">
            <a:extLst>
              <a:ext uri="{FF2B5EF4-FFF2-40B4-BE49-F238E27FC236}">
                <a16:creationId xmlns:a16="http://schemas.microsoft.com/office/drawing/2014/main" id="{0B59413D-876A-FC48-144E-C97F753C329C}"/>
              </a:ext>
            </a:extLst>
          </p:cNvPr>
          <p:cNvPicPr>
            <a:picLocks noGrp="1" noChangeAspect="1"/>
          </p:cNvPicPr>
          <p:nvPr>
            <p:ph idx="1"/>
          </p:nvPr>
        </p:nvPicPr>
        <p:blipFill>
          <a:blip r:embed="rId2"/>
          <a:stretch>
            <a:fillRect/>
          </a:stretch>
        </p:blipFill>
        <p:spPr>
          <a:xfrm>
            <a:off x="4583574" y="1426455"/>
            <a:ext cx="3472405" cy="4869190"/>
          </a:xfrm>
        </p:spPr>
      </p:pic>
      <p:grpSp>
        <p:nvGrpSpPr>
          <p:cNvPr id="4" name="Group 3">
            <a:extLst>
              <a:ext uri="{FF2B5EF4-FFF2-40B4-BE49-F238E27FC236}">
                <a16:creationId xmlns:a16="http://schemas.microsoft.com/office/drawing/2014/main" id="{6FB0D8FE-313F-5A7E-103F-837783760689}"/>
              </a:ext>
            </a:extLst>
          </p:cNvPr>
          <p:cNvGrpSpPr/>
          <p:nvPr/>
        </p:nvGrpSpPr>
        <p:grpSpPr>
          <a:xfrm>
            <a:off x="232871" y="6271130"/>
            <a:ext cx="5514785" cy="388987"/>
            <a:chOff x="618333" y="6026099"/>
            <a:chExt cx="4886323" cy="388987"/>
          </a:xfrm>
        </p:grpSpPr>
        <p:sp>
          <p:nvSpPr>
            <p:cNvPr id="5" name="TextBox 4">
              <a:extLst>
                <a:ext uri="{FF2B5EF4-FFF2-40B4-BE49-F238E27FC236}">
                  <a16:creationId xmlns:a16="http://schemas.microsoft.com/office/drawing/2014/main" id="{2FBD8812-1CD9-7E05-0E9B-3E80A649AB55}"/>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6" name="Graphic 5">
              <a:extLst>
                <a:ext uri="{FF2B5EF4-FFF2-40B4-BE49-F238E27FC236}">
                  <a16:creationId xmlns:a16="http://schemas.microsoft.com/office/drawing/2014/main" id="{8AF6303C-8B2A-A06B-283D-BCABDEE2657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8333" y="6026099"/>
              <a:ext cx="353218" cy="388987"/>
            </a:xfrm>
            <a:prstGeom prst="rect">
              <a:avLst/>
            </a:prstGeom>
          </p:spPr>
        </p:pic>
        <p:cxnSp>
          <p:nvCxnSpPr>
            <p:cNvPr id="7" name="Straight Connector 6">
              <a:extLst>
                <a:ext uri="{FF2B5EF4-FFF2-40B4-BE49-F238E27FC236}">
                  <a16:creationId xmlns:a16="http://schemas.microsoft.com/office/drawing/2014/main" id="{F9CF3358-2AF6-0C11-3DF6-B090EAF46886}"/>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8" name="Flowchart: Connector 7">
            <a:extLst>
              <a:ext uri="{FF2B5EF4-FFF2-40B4-BE49-F238E27FC236}">
                <a16:creationId xmlns:a16="http://schemas.microsoft.com/office/drawing/2014/main" id="{F5BA20B2-848D-79ED-DB40-840DC0FFCA1D}"/>
              </a:ext>
            </a:extLst>
          </p:cNvPr>
          <p:cNvSpPr/>
          <p:nvPr/>
        </p:nvSpPr>
        <p:spPr>
          <a:xfrm>
            <a:off x="8650628" y="68103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E21A9635-3B03-AB2B-F786-01C4FAE6ED4D}"/>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F76A4598-6DDB-B047-07E7-25981FD96A13}"/>
              </a:ext>
            </a:extLst>
          </p:cNvPr>
          <p:cNvSpPr/>
          <p:nvPr/>
        </p:nvSpPr>
        <p:spPr>
          <a:xfrm>
            <a:off x="11529492" y="33140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AFF22381-9EB3-BCD5-5DB7-BE5E4D933E0E}"/>
              </a:ext>
            </a:extLst>
          </p:cNvPr>
          <p:cNvSpPr/>
          <p:nvPr/>
        </p:nvSpPr>
        <p:spPr>
          <a:xfrm>
            <a:off x="10245271" y="5588604"/>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622365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FF8A6-1563-B420-4C8A-3C1E327556BF}"/>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CD378441-958D-C55E-0D8B-9B8D83AB76D7}"/>
              </a:ext>
            </a:extLst>
          </p:cNvPr>
          <p:cNvSpPr>
            <a:spLocks noGrp="1"/>
          </p:cNvSpPr>
          <p:nvPr>
            <p:ph type="title"/>
          </p:nvPr>
        </p:nvSpPr>
        <p:spPr/>
        <p:txBody>
          <a:bodyPr/>
          <a:lstStyle/>
          <a:p>
            <a:pPr algn="ctr"/>
            <a:r>
              <a:rPr lang="en-IN" sz="4000" dirty="0">
                <a:latin typeface="Times New Roman" panose="02020603050405020304" pitchFamily="18" charset="0"/>
                <a:cs typeface="Times New Roman" panose="02020603050405020304" pitchFamily="18" charset="0"/>
              </a:rPr>
              <a:t>REQUIREMENTS</a:t>
            </a:r>
            <a:r>
              <a:rPr lang="en-GB" sz="4000" dirty="0">
                <a:latin typeface="Times New Roman" panose="02020603050405020304" pitchFamily="18" charset="0"/>
                <a:ea typeface="Calibri"/>
                <a:cs typeface="Times New Roman" panose="02020603050405020304" pitchFamily="18" charset="0"/>
              </a:rPr>
              <a:t>  </a:t>
            </a:r>
            <a:r>
              <a:rPr lang="en-GB" sz="4000" dirty="0">
                <a:latin typeface="Calibri"/>
                <a:ea typeface="Calibri"/>
                <a:cs typeface="Calibri"/>
              </a:rPr>
              <a:t>        </a:t>
            </a:r>
            <a:r>
              <a:rPr lang="en-GB" sz="4000" b="1" dirty="0">
                <a:latin typeface="Times New Roman" panose="02020603050405020304" pitchFamily="18" charset="0"/>
                <a:ea typeface="Calibri"/>
                <a:cs typeface="Times New Roman" panose="02020603050405020304" pitchFamily="18" charset="0"/>
              </a:rPr>
              <a:t>               </a:t>
            </a:r>
            <a:endParaRPr lang="en-US" sz="4000" b="1" dirty="0">
              <a:latin typeface="Times New Roman" panose="02020603050405020304" pitchFamily="18" charset="0"/>
              <a:ea typeface="Calibri"/>
              <a:cs typeface="Times New Roman" panose="02020603050405020304" pitchFamily="18" charset="0"/>
            </a:endParaRPr>
          </a:p>
        </p:txBody>
      </p:sp>
      <p:sp>
        <p:nvSpPr>
          <p:cNvPr id="3" name="Content Placeholder 2">
            <a:extLst>
              <a:ext uri="{FF2B5EF4-FFF2-40B4-BE49-F238E27FC236}">
                <a16:creationId xmlns:a16="http://schemas.microsoft.com/office/drawing/2014/main" id="{17C1E7D8-FB4A-4927-9EF3-BB4E1FCA9DCB}"/>
              </a:ext>
            </a:extLst>
          </p:cNvPr>
          <p:cNvSpPr>
            <a:spLocks noGrp="1"/>
          </p:cNvSpPr>
          <p:nvPr>
            <p:ph idx="1"/>
          </p:nvPr>
        </p:nvSpPr>
        <p:spPr/>
        <p:txBody>
          <a:bodyPr vert="horz" lIns="91440" tIns="45720" rIns="91440" bIns="45720" rtlCol="0" anchor="t">
            <a:normAutofit/>
          </a:bodyPr>
          <a:lstStyle/>
          <a:p>
            <a:r>
              <a:rPr lang="en-IN" sz="3200" dirty="0"/>
              <a:t>Python </a:t>
            </a:r>
          </a:p>
          <a:p>
            <a:r>
              <a:rPr lang="en-IN" sz="3200" dirty="0"/>
              <a:t> </a:t>
            </a:r>
            <a:r>
              <a:rPr lang="en-IN" sz="3200" dirty="0" err="1"/>
              <a:t>FastAPI</a:t>
            </a:r>
            <a:endParaRPr lang="en-IN" sz="3200" dirty="0"/>
          </a:p>
          <a:p>
            <a:r>
              <a:rPr lang="en-IN" sz="3200" dirty="0"/>
              <a:t> MongoDB</a:t>
            </a:r>
          </a:p>
          <a:p>
            <a:r>
              <a:rPr lang="en-IN" sz="3200" dirty="0"/>
              <a:t> </a:t>
            </a:r>
            <a:r>
              <a:rPr lang="en-IN" sz="3200" dirty="0" err="1"/>
              <a:t>bcrypt</a:t>
            </a:r>
            <a:endParaRPr lang="en-IN" sz="3200" dirty="0"/>
          </a:p>
          <a:p>
            <a:r>
              <a:rPr lang="en-IN" sz="3200" dirty="0"/>
              <a:t> </a:t>
            </a:r>
            <a:r>
              <a:rPr lang="en-IN" sz="3200" dirty="0" err="1"/>
              <a:t>PyJWT</a:t>
            </a:r>
            <a:endParaRPr lang="en-IN" sz="3200" dirty="0"/>
          </a:p>
          <a:p>
            <a:r>
              <a:rPr lang="en-IN" sz="3200" dirty="0"/>
              <a:t> Postman</a:t>
            </a:r>
          </a:p>
          <a:p>
            <a:r>
              <a:rPr lang="en-IN" sz="3200" dirty="0"/>
              <a:t> </a:t>
            </a:r>
            <a:r>
              <a:rPr lang="en-IN" sz="3200" dirty="0" err="1"/>
              <a:t>Uvicorn</a:t>
            </a:r>
            <a:r>
              <a:rPr lang="en-IN" sz="3200" dirty="0"/>
              <a:t> .</a:t>
            </a:r>
          </a:p>
          <a:p>
            <a:pPr marL="0" indent="0">
              <a:buNone/>
            </a:pPr>
            <a:endParaRPr lang="en-US" sz="3200" dirty="0">
              <a:ea typeface="Calibri"/>
              <a:cs typeface="Calibri"/>
            </a:endParaRPr>
          </a:p>
        </p:txBody>
      </p:sp>
      <p:grpSp>
        <p:nvGrpSpPr>
          <p:cNvPr id="4" name="Group 3">
            <a:extLst>
              <a:ext uri="{FF2B5EF4-FFF2-40B4-BE49-F238E27FC236}">
                <a16:creationId xmlns:a16="http://schemas.microsoft.com/office/drawing/2014/main" id="{7C8C7389-F3AF-AC22-D76F-9DA06CE57077}"/>
              </a:ext>
            </a:extLst>
          </p:cNvPr>
          <p:cNvGrpSpPr/>
          <p:nvPr/>
        </p:nvGrpSpPr>
        <p:grpSpPr>
          <a:xfrm>
            <a:off x="232871" y="6271130"/>
            <a:ext cx="5514785" cy="388987"/>
            <a:chOff x="618333" y="6026099"/>
            <a:chExt cx="4886323" cy="388987"/>
          </a:xfrm>
        </p:grpSpPr>
        <p:sp>
          <p:nvSpPr>
            <p:cNvPr id="5" name="TextBox 4">
              <a:extLst>
                <a:ext uri="{FF2B5EF4-FFF2-40B4-BE49-F238E27FC236}">
                  <a16:creationId xmlns:a16="http://schemas.microsoft.com/office/drawing/2014/main" id="{8241FF4D-26A1-099A-90B4-70915B6444D7}"/>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6" name="Graphic 5">
              <a:extLst>
                <a:ext uri="{FF2B5EF4-FFF2-40B4-BE49-F238E27FC236}">
                  <a16:creationId xmlns:a16="http://schemas.microsoft.com/office/drawing/2014/main" id="{974246F9-56CC-76D3-DA96-2F0559FACBC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7" name="Straight Connector 6">
              <a:extLst>
                <a:ext uri="{FF2B5EF4-FFF2-40B4-BE49-F238E27FC236}">
                  <a16:creationId xmlns:a16="http://schemas.microsoft.com/office/drawing/2014/main" id="{62510C5A-D0E1-51B3-22F8-2240B89E9B72}"/>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8" name="Flowchart: Connector 7">
            <a:extLst>
              <a:ext uri="{FF2B5EF4-FFF2-40B4-BE49-F238E27FC236}">
                <a16:creationId xmlns:a16="http://schemas.microsoft.com/office/drawing/2014/main" id="{D35B8883-EA19-70CA-A3DD-A62EC1009209}"/>
              </a:ext>
            </a:extLst>
          </p:cNvPr>
          <p:cNvSpPr/>
          <p:nvPr/>
        </p:nvSpPr>
        <p:spPr>
          <a:xfrm>
            <a:off x="8650628" y="68103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237622D2-7F56-B862-536F-0E19A626D23F}"/>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CC91CA4E-C4B0-2620-06C3-3D547965C006}"/>
              </a:ext>
            </a:extLst>
          </p:cNvPr>
          <p:cNvSpPr/>
          <p:nvPr/>
        </p:nvSpPr>
        <p:spPr>
          <a:xfrm>
            <a:off x="11529492" y="33140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49365766-2A2C-4237-09ED-320448F75FE3}"/>
              </a:ext>
            </a:extLst>
          </p:cNvPr>
          <p:cNvSpPr/>
          <p:nvPr/>
        </p:nvSpPr>
        <p:spPr>
          <a:xfrm>
            <a:off x="10245271" y="5588604"/>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833008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A287E-F24F-9B0E-490E-B8DFBB00453C}"/>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4389DEC6-AF2E-9896-2D78-E2C60CDA36CA}"/>
              </a:ext>
            </a:extLst>
          </p:cNvPr>
          <p:cNvSpPr>
            <a:spLocks noGrp="1"/>
          </p:cNvSpPr>
          <p:nvPr>
            <p:ph type="title"/>
          </p:nvPr>
        </p:nvSpPr>
        <p:spPr/>
        <p:txBody>
          <a:bodyPr/>
          <a:lstStyle/>
          <a:p>
            <a:pPr algn="ctr"/>
            <a:r>
              <a:rPr lang="en-US" sz="4000" b="1" dirty="0">
                <a:latin typeface="Times New Roman" panose="02020603050405020304" pitchFamily="18" charset="0"/>
                <a:cs typeface="Times New Roman" panose="02020603050405020304" pitchFamily="18" charset="0"/>
              </a:rPr>
              <a:t>POSTMAN TESTING RESULTS</a:t>
            </a:r>
            <a:r>
              <a:rPr lang="en-GB" sz="4000" dirty="0">
                <a:latin typeface="Calibri"/>
                <a:ea typeface="Calibri"/>
                <a:cs typeface="Calibri"/>
              </a:rPr>
              <a:t>       </a:t>
            </a:r>
            <a:r>
              <a:rPr lang="en-GB" sz="4000" b="1" dirty="0">
                <a:latin typeface="Times New Roman" panose="02020603050405020304" pitchFamily="18" charset="0"/>
                <a:ea typeface="Calibri"/>
                <a:cs typeface="Times New Roman" panose="02020603050405020304" pitchFamily="18" charset="0"/>
              </a:rPr>
              <a:t>               </a:t>
            </a:r>
            <a:endParaRPr lang="en-US" sz="4000" b="1" dirty="0">
              <a:latin typeface="Times New Roman" panose="02020603050405020304" pitchFamily="18" charset="0"/>
              <a:ea typeface="Calibri"/>
              <a:cs typeface="Times New Roman" panose="02020603050405020304" pitchFamily="18" charset="0"/>
            </a:endParaRPr>
          </a:p>
        </p:txBody>
      </p:sp>
      <p:grpSp>
        <p:nvGrpSpPr>
          <p:cNvPr id="4" name="Group 3">
            <a:extLst>
              <a:ext uri="{FF2B5EF4-FFF2-40B4-BE49-F238E27FC236}">
                <a16:creationId xmlns:a16="http://schemas.microsoft.com/office/drawing/2014/main" id="{5FB7846A-204A-5108-9FD1-82DC4375D577}"/>
              </a:ext>
            </a:extLst>
          </p:cNvPr>
          <p:cNvGrpSpPr/>
          <p:nvPr/>
        </p:nvGrpSpPr>
        <p:grpSpPr>
          <a:xfrm>
            <a:off x="232871" y="6271130"/>
            <a:ext cx="5514785" cy="388987"/>
            <a:chOff x="618333" y="6026099"/>
            <a:chExt cx="4886323" cy="388987"/>
          </a:xfrm>
        </p:grpSpPr>
        <p:sp>
          <p:nvSpPr>
            <p:cNvPr id="5" name="TextBox 4">
              <a:extLst>
                <a:ext uri="{FF2B5EF4-FFF2-40B4-BE49-F238E27FC236}">
                  <a16:creationId xmlns:a16="http://schemas.microsoft.com/office/drawing/2014/main" id="{565A41B5-CA50-E17B-C5CB-CEB0CEC2348B}"/>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6" name="Graphic 5">
              <a:extLst>
                <a:ext uri="{FF2B5EF4-FFF2-40B4-BE49-F238E27FC236}">
                  <a16:creationId xmlns:a16="http://schemas.microsoft.com/office/drawing/2014/main" id="{A904FB8F-863F-5F94-D4C1-4E04B93435A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7" name="Straight Connector 6">
              <a:extLst>
                <a:ext uri="{FF2B5EF4-FFF2-40B4-BE49-F238E27FC236}">
                  <a16:creationId xmlns:a16="http://schemas.microsoft.com/office/drawing/2014/main" id="{12FEE01A-9DF2-B162-43E2-A0598FBA6BF1}"/>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8" name="Flowchart: Connector 7">
            <a:extLst>
              <a:ext uri="{FF2B5EF4-FFF2-40B4-BE49-F238E27FC236}">
                <a16:creationId xmlns:a16="http://schemas.microsoft.com/office/drawing/2014/main" id="{F3E8A0BB-F683-06B5-2ECD-399DF8B299A3}"/>
              </a:ext>
            </a:extLst>
          </p:cNvPr>
          <p:cNvSpPr/>
          <p:nvPr/>
        </p:nvSpPr>
        <p:spPr>
          <a:xfrm>
            <a:off x="8650628" y="68103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116FB330-49A7-DBC8-C928-73955ED78AEA}"/>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B98DCB0B-2005-DA91-D3D6-9718767B1AC3}"/>
              </a:ext>
            </a:extLst>
          </p:cNvPr>
          <p:cNvSpPr/>
          <p:nvPr/>
        </p:nvSpPr>
        <p:spPr>
          <a:xfrm>
            <a:off x="11529492" y="33140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AC5F28B8-260C-CBFB-0D7B-6B2E01A67324}"/>
              </a:ext>
            </a:extLst>
          </p:cNvPr>
          <p:cNvSpPr/>
          <p:nvPr/>
        </p:nvSpPr>
        <p:spPr>
          <a:xfrm>
            <a:off x="10245271" y="5588604"/>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Content Placeholder 12">
            <a:extLst>
              <a:ext uri="{FF2B5EF4-FFF2-40B4-BE49-F238E27FC236}">
                <a16:creationId xmlns:a16="http://schemas.microsoft.com/office/drawing/2014/main" id="{9E9DE0D5-002F-00FF-3FF2-30C308E95546}"/>
              </a:ext>
            </a:extLst>
          </p:cNvPr>
          <p:cNvSpPr>
            <a:spLocks noGrp="1"/>
          </p:cNvSpPr>
          <p:nvPr>
            <p:ph idx="1"/>
          </p:nvPr>
        </p:nvSpPr>
        <p:spPr>
          <a:xfrm>
            <a:off x="838200" y="1428749"/>
            <a:ext cx="10515600" cy="4748214"/>
          </a:xfrm>
        </p:spPr>
        <p:txBody>
          <a:bodyPr/>
          <a:lstStyle/>
          <a:p>
            <a:pPr marL="0" indent="0">
              <a:buNone/>
            </a:pPr>
            <a:r>
              <a:rPr lang="en-US" dirty="0"/>
              <a:t>1.</a:t>
            </a:r>
            <a:r>
              <a:rPr lang="en-US" sz="2400" b="1" dirty="0">
                <a:solidFill>
                  <a:srgbClr val="FF0000"/>
                </a:solidFill>
              </a:rPr>
              <a:t>REGISTER SUCSSFULLY:-</a:t>
            </a:r>
          </a:p>
          <a:p>
            <a:pPr marL="0" indent="0">
              <a:buNone/>
            </a:pPr>
            <a:endParaRPr lang="en-IN" sz="2400" b="1" dirty="0">
              <a:solidFill>
                <a:srgbClr val="FF0000"/>
              </a:solidFill>
            </a:endParaRPr>
          </a:p>
        </p:txBody>
      </p:sp>
      <p:pic>
        <p:nvPicPr>
          <p:cNvPr id="15" name="Picture 14">
            <a:extLst>
              <a:ext uri="{FF2B5EF4-FFF2-40B4-BE49-F238E27FC236}">
                <a16:creationId xmlns:a16="http://schemas.microsoft.com/office/drawing/2014/main" id="{F8FF2B2D-81B6-3C11-2BBC-673BF92104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7816" y="2006600"/>
            <a:ext cx="8826108" cy="4561993"/>
          </a:xfrm>
          <a:prstGeom prst="rect">
            <a:avLst/>
          </a:prstGeom>
        </p:spPr>
      </p:pic>
    </p:spTree>
    <p:extLst>
      <p:ext uri="{BB962C8B-B14F-4D97-AF65-F5344CB8AC3E}">
        <p14:creationId xmlns:p14="http://schemas.microsoft.com/office/powerpoint/2010/main" val="2923664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A85-03CB-1D05-71FF-A104FA8C6F42}"/>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7F3BE566-EA49-09FA-8E52-C1F8CE8D607C}"/>
              </a:ext>
            </a:extLst>
          </p:cNvPr>
          <p:cNvGrpSpPr/>
          <p:nvPr/>
        </p:nvGrpSpPr>
        <p:grpSpPr>
          <a:xfrm>
            <a:off x="232871" y="6271130"/>
            <a:ext cx="5514785" cy="388987"/>
            <a:chOff x="618333" y="6026099"/>
            <a:chExt cx="4886323" cy="388987"/>
          </a:xfrm>
        </p:grpSpPr>
        <p:sp>
          <p:nvSpPr>
            <p:cNvPr id="5" name="TextBox 4">
              <a:extLst>
                <a:ext uri="{FF2B5EF4-FFF2-40B4-BE49-F238E27FC236}">
                  <a16:creationId xmlns:a16="http://schemas.microsoft.com/office/drawing/2014/main" id="{6D838240-A84E-B3D9-2744-EAA5F853A4F9}"/>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6" name="Graphic 5">
              <a:extLst>
                <a:ext uri="{FF2B5EF4-FFF2-40B4-BE49-F238E27FC236}">
                  <a16:creationId xmlns:a16="http://schemas.microsoft.com/office/drawing/2014/main" id="{9FB212B5-AEA0-F459-6928-7EAE35BC1C0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7" name="Straight Connector 6">
              <a:extLst>
                <a:ext uri="{FF2B5EF4-FFF2-40B4-BE49-F238E27FC236}">
                  <a16:creationId xmlns:a16="http://schemas.microsoft.com/office/drawing/2014/main" id="{A8677BC0-C2BF-4896-94A2-3270A8322595}"/>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8" name="Flowchart: Connector 7">
            <a:extLst>
              <a:ext uri="{FF2B5EF4-FFF2-40B4-BE49-F238E27FC236}">
                <a16:creationId xmlns:a16="http://schemas.microsoft.com/office/drawing/2014/main" id="{99E25932-7DBE-F51B-03F3-FB5FD5AA0FE2}"/>
              </a:ext>
            </a:extLst>
          </p:cNvPr>
          <p:cNvSpPr/>
          <p:nvPr/>
        </p:nvSpPr>
        <p:spPr>
          <a:xfrm>
            <a:off x="8650628" y="68103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CFD45E32-9B93-6DCA-59D6-479E4C2DA886}"/>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19C9F301-C0F6-845E-08AA-5564A84400D1}"/>
              </a:ext>
            </a:extLst>
          </p:cNvPr>
          <p:cNvSpPr/>
          <p:nvPr/>
        </p:nvSpPr>
        <p:spPr>
          <a:xfrm>
            <a:off x="11529492" y="33140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028D827C-D0E8-A3C9-1828-116488938B28}"/>
              </a:ext>
            </a:extLst>
          </p:cNvPr>
          <p:cNvSpPr/>
          <p:nvPr/>
        </p:nvSpPr>
        <p:spPr>
          <a:xfrm>
            <a:off x="10245271" y="5588604"/>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Content Placeholder 12">
            <a:extLst>
              <a:ext uri="{FF2B5EF4-FFF2-40B4-BE49-F238E27FC236}">
                <a16:creationId xmlns:a16="http://schemas.microsoft.com/office/drawing/2014/main" id="{7B080292-1546-2A8B-60C2-339FD2BD0B29}"/>
              </a:ext>
            </a:extLst>
          </p:cNvPr>
          <p:cNvSpPr>
            <a:spLocks noGrp="1"/>
          </p:cNvSpPr>
          <p:nvPr>
            <p:ph idx="1"/>
          </p:nvPr>
        </p:nvSpPr>
        <p:spPr>
          <a:xfrm>
            <a:off x="838200" y="223801"/>
            <a:ext cx="10515600" cy="5953162"/>
          </a:xfrm>
        </p:spPr>
        <p:txBody>
          <a:bodyPr/>
          <a:lstStyle/>
          <a:p>
            <a:pPr marL="0" indent="0">
              <a:buNone/>
            </a:pPr>
            <a:r>
              <a:rPr lang="en-US" sz="2400" b="1" dirty="0">
                <a:solidFill>
                  <a:srgbClr val="FF0000"/>
                </a:solidFill>
              </a:rPr>
              <a:t>2.USER ALREADY EXISTES</a:t>
            </a:r>
          </a:p>
          <a:p>
            <a:pPr marL="0" indent="0">
              <a:buNone/>
            </a:pPr>
            <a:endParaRPr lang="en-IN" sz="2400" b="1" dirty="0">
              <a:solidFill>
                <a:srgbClr val="FF0000"/>
              </a:solidFill>
            </a:endParaRPr>
          </a:p>
        </p:txBody>
      </p:sp>
      <p:pic>
        <p:nvPicPr>
          <p:cNvPr id="16" name="Picture 15">
            <a:extLst>
              <a:ext uri="{FF2B5EF4-FFF2-40B4-BE49-F238E27FC236}">
                <a16:creationId xmlns:a16="http://schemas.microsoft.com/office/drawing/2014/main" id="{FCA1C871-4F21-FA7E-88E5-7E212DBB9B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5894" y="949124"/>
            <a:ext cx="8998439" cy="4965539"/>
          </a:xfrm>
          <a:prstGeom prst="rect">
            <a:avLst/>
          </a:prstGeom>
        </p:spPr>
      </p:pic>
    </p:spTree>
    <p:extLst>
      <p:ext uri="{BB962C8B-B14F-4D97-AF65-F5344CB8AC3E}">
        <p14:creationId xmlns:p14="http://schemas.microsoft.com/office/powerpoint/2010/main" val="4139017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92EFB-551D-29D2-F8FE-597E690A922B}"/>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C9BA90E6-1733-6058-4DFF-217BE4E13051}"/>
              </a:ext>
            </a:extLst>
          </p:cNvPr>
          <p:cNvGrpSpPr/>
          <p:nvPr/>
        </p:nvGrpSpPr>
        <p:grpSpPr>
          <a:xfrm>
            <a:off x="232871" y="6271130"/>
            <a:ext cx="5514785" cy="388987"/>
            <a:chOff x="618333" y="6026099"/>
            <a:chExt cx="4886323" cy="388987"/>
          </a:xfrm>
        </p:grpSpPr>
        <p:sp>
          <p:nvSpPr>
            <p:cNvPr id="5" name="TextBox 4">
              <a:extLst>
                <a:ext uri="{FF2B5EF4-FFF2-40B4-BE49-F238E27FC236}">
                  <a16:creationId xmlns:a16="http://schemas.microsoft.com/office/drawing/2014/main" id="{0CEC4BF1-ECD6-6BF1-F910-8CEFD9D77A66}"/>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6" name="Graphic 5">
              <a:extLst>
                <a:ext uri="{FF2B5EF4-FFF2-40B4-BE49-F238E27FC236}">
                  <a16:creationId xmlns:a16="http://schemas.microsoft.com/office/drawing/2014/main" id="{F0B1AD4D-4EAE-E799-D059-672BB94FDBD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7" name="Straight Connector 6">
              <a:extLst>
                <a:ext uri="{FF2B5EF4-FFF2-40B4-BE49-F238E27FC236}">
                  <a16:creationId xmlns:a16="http://schemas.microsoft.com/office/drawing/2014/main" id="{0AC1B8C4-B88A-33E3-9921-1B1EC8FDFB9D}"/>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8" name="Flowchart: Connector 7">
            <a:extLst>
              <a:ext uri="{FF2B5EF4-FFF2-40B4-BE49-F238E27FC236}">
                <a16:creationId xmlns:a16="http://schemas.microsoft.com/office/drawing/2014/main" id="{0FE4E167-C585-5C6B-AD83-37470BFC228D}"/>
              </a:ext>
            </a:extLst>
          </p:cNvPr>
          <p:cNvSpPr/>
          <p:nvPr/>
        </p:nvSpPr>
        <p:spPr>
          <a:xfrm>
            <a:off x="8650628" y="68103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D29F3E5C-B245-0035-8955-16BF3A9D732B}"/>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9445BBED-F912-303C-ACA5-C904D5EB602C}"/>
              </a:ext>
            </a:extLst>
          </p:cNvPr>
          <p:cNvSpPr/>
          <p:nvPr/>
        </p:nvSpPr>
        <p:spPr>
          <a:xfrm>
            <a:off x="11529492" y="33140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BE17A240-E3D1-14B1-AC65-02A862A52FDE}"/>
              </a:ext>
            </a:extLst>
          </p:cNvPr>
          <p:cNvSpPr/>
          <p:nvPr/>
        </p:nvSpPr>
        <p:spPr>
          <a:xfrm>
            <a:off x="10245271" y="5588604"/>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Content Placeholder 12">
            <a:extLst>
              <a:ext uri="{FF2B5EF4-FFF2-40B4-BE49-F238E27FC236}">
                <a16:creationId xmlns:a16="http://schemas.microsoft.com/office/drawing/2014/main" id="{1CB2CCAC-2A10-CE12-A4A2-5580B395D2EE}"/>
              </a:ext>
            </a:extLst>
          </p:cNvPr>
          <p:cNvSpPr>
            <a:spLocks noGrp="1"/>
          </p:cNvSpPr>
          <p:nvPr>
            <p:ph idx="1"/>
          </p:nvPr>
        </p:nvSpPr>
        <p:spPr>
          <a:xfrm>
            <a:off x="838200" y="223801"/>
            <a:ext cx="10515600" cy="5953162"/>
          </a:xfrm>
        </p:spPr>
        <p:txBody>
          <a:bodyPr/>
          <a:lstStyle/>
          <a:p>
            <a:pPr marL="0" indent="0">
              <a:buNone/>
            </a:pPr>
            <a:r>
              <a:rPr lang="en-US" sz="2400" b="1" dirty="0">
                <a:solidFill>
                  <a:srgbClr val="FF0000"/>
                </a:solidFill>
              </a:rPr>
              <a:t>3.PASSWORD DOES NOT MATCHING REQUIRED PARAMETERS;-</a:t>
            </a:r>
          </a:p>
          <a:p>
            <a:pPr marL="0" indent="0">
              <a:buNone/>
            </a:pPr>
            <a:endParaRPr lang="en-IN" sz="2400" b="1" dirty="0">
              <a:solidFill>
                <a:srgbClr val="FF0000"/>
              </a:solidFill>
            </a:endParaRPr>
          </a:p>
        </p:txBody>
      </p:sp>
      <p:pic>
        <p:nvPicPr>
          <p:cNvPr id="3" name="Picture 2">
            <a:extLst>
              <a:ext uri="{FF2B5EF4-FFF2-40B4-BE49-F238E27FC236}">
                <a16:creationId xmlns:a16="http://schemas.microsoft.com/office/drawing/2014/main" id="{4C4B1807-3179-8D5C-67DB-3EABC876B8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4320" y="891251"/>
            <a:ext cx="8917934" cy="5404394"/>
          </a:xfrm>
          <a:prstGeom prst="rect">
            <a:avLst/>
          </a:prstGeom>
        </p:spPr>
      </p:pic>
    </p:spTree>
    <p:extLst>
      <p:ext uri="{BB962C8B-B14F-4D97-AF65-F5344CB8AC3E}">
        <p14:creationId xmlns:p14="http://schemas.microsoft.com/office/powerpoint/2010/main" val="2277145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B6948-200F-22F3-54D9-E4BEB34E7767}"/>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63B4B8EE-70C8-A840-55DE-CDE8675E9071}"/>
              </a:ext>
            </a:extLst>
          </p:cNvPr>
          <p:cNvGrpSpPr/>
          <p:nvPr/>
        </p:nvGrpSpPr>
        <p:grpSpPr>
          <a:xfrm>
            <a:off x="232871" y="6271130"/>
            <a:ext cx="5514785" cy="388987"/>
            <a:chOff x="618333" y="6026099"/>
            <a:chExt cx="4886323" cy="388987"/>
          </a:xfrm>
        </p:grpSpPr>
        <p:sp>
          <p:nvSpPr>
            <p:cNvPr id="5" name="TextBox 4">
              <a:extLst>
                <a:ext uri="{FF2B5EF4-FFF2-40B4-BE49-F238E27FC236}">
                  <a16:creationId xmlns:a16="http://schemas.microsoft.com/office/drawing/2014/main" id="{EDF06484-6136-2CE3-A9AA-F6CFFC23493A}"/>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6" name="Graphic 5">
              <a:extLst>
                <a:ext uri="{FF2B5EF4-FFF2-40B4-BE49-F238E27FC236}">
                  <a16:creationId xmlns:a16="http://schemas.microsoft.com/office/drawing/2014/main" id="{04FC85E2-C4BD-D56E-C8E4-E001157225D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7" name="Straight Connector 6">
              <a:extLst>
                <a:ext uri="{FF2B5EF4-FFF2-40B4-BE49-F238E27FC236}">
                  <a16:creationId xmlns:a16="http://schemas.microsoft.com/office/drawing/2014/main" id="{389D668A-E342-A42F-0F95-DE779000FE09}"/>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8" name="Flowchart: Connector 7">
            <a:extLst>
              <a:ext uri="{FF2B5EF4-FFF2-40B4-BE49-F238E27FC236}">
                <a16:creationId xmlns:a16="http://schemas.microsoft.com/office/drawing/2014/main" id="{417F93BD-E5AB-658F-5BB6-42DBEB2A2E61}"/>
              </a:ext>
            </a:extLst>
          </p:cNvPr>
          <p:cNvSpPr/>
          <p:nvPr/>
        </p:nvSpPr>
        <p:spPr>
          <a:xfrm>
            <a:off x="8650628" y="68103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FF17F902-FD4E-D721-EC6A-27C9FCB406AF}"/>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7E0C1594-B1A6-8F70-E154-CD41685C1932}"/>
              </a:ext>
            </a:extLst>
          </p:cNvPr>
          <p:cNvSpPr/>
          <p:nvPr/>
        </p:nvSpPr>
        <p:spPr>
          <a:xfrm>
            <a:off x="11529492" y="33140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A3150474-02FE-8532-9CBA-00487FA0F7DB}"/>
              </a:ext>
            </a:extLst>
          </p:cNvPr>
          <p:cNvSpPr/>
          <p:nvPr/>
        </p:nvSpPr>
        <p:spPr>
          <a:xfrm>
            <a:off x="10245271" y="5588604"/>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Content Placeholder 12">
            <a:extLst>
              <a:ext uri="{FF2B5EF4-FFF2-40B4-BE49-F238E27FC236}">
                <a16:creationId xmlns:a16="http://schemas.microsoft.com/office/drawing/2014/main" id="{AAD6E9D8-ECD0-8572-8A6F-E5923FE067BD}"/>
              </a:ext>
            </a:extLst>
          </p:cNvPr>
          <p:cNvSpPr>
            <a:spLocks noGrp="1"/>
          </p:cNvSpPr>
          <p:nvPr>
            <p:ph idx="1"/>
          </p:nvPr>
        </p:nvSpPr>
        <p:spPr>
          <a:xfrm>
            <a:off x="838200" y="223801"/>
            <a:ext cx="10515600" cy="5953162"/>
          </a:xfrm>
        </p:spPr>
        <p:txBody>
          <a:bodyPr/>
          <a:lstStyle/>
          <a:p>
            <a:pPr marL="0" indent="0">
              <a:buNone/>
            </a:pPr>
            <a:r>
              <a:rPr lang="en-US" sz="2400" b="1" dirty="0">
                <a:solidFill>
                  <a:srgbClr val="FF0000"/>
                </a:solidFill>
              </a:rPr>
              <a:t>4.LOGIN SUCCESSFULLY:-</a:t>
            </a:r>
          </a:p>
          <a:p>
            <a:pPr marL="0" indent="0">
              <a:buNone/>
            </a:pPr>
            <a:endParaRPr lang="en-IN" sz="2400" b="1" dirty="0">
              <a:solidFill>
                <a:srgbClr val="FF0000"/>
              </a:solidFill>
            </a:endParaRPr>
          </a:p>
        </p:txBody>
      </p:sp>
      <p:pic>
        <p:nvPicPr>
          <p:cNvPr id="3" name="Picture 2">
            <a:extLst>
              <a:ext uri="{FF2B5EF4-FFF2-40B4-BE49-F238E27FC236}">
                <a16:creationId xmlns:a16="http://schemas.microsoft.com/office/drawing/2014/main" id="{2DFE6BBC-5BA5-CD88-CB9D-F5581D1F74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7388" y="825366"/>
            <a:ext cx="10152104" cy="5207268"/>
          </a:xfrm>
          <a:prstGeom prst="rect">
            <a:avLst/>
          </a:prstGeom>
        </p:spPr>
      </p:pic>
    </p:spTree>
    <p:extLst>
      <p:ext uri="{BB962C8B-B14F-4D97-AF65-F5344CB8AC3E}">
        <p14:creationId xmlns:p14="http://schemas.microsoft.com/office/powerpoint/2010/main" val="3222708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89429-C047-1044-CC29-50C2426C59E5}"/>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17FC2596-1EE1-F7EC-B326-44257334B718}"/>
              </a:ext>
            </a:extLst>
          </p:cNvPr>
          <p:cNvGrpSpPr/>
          <p:nvPr/>
        </p:nvGrpSpPr>
        <p:grpSpPr>
          <a:xfrm>
            <a:off x="232871" y="6271130"/>
            <a:ext cx="5514785" cy="388987"/>
            <a:chOff x="618333" y="6026099"/>
            <a:chExt cx="4886323" cy="388987"/>
          </a:xfrm>
        </p:grpSpPr>
        <p:sp>
          <p:nvSpPr>
            <p:cNvPr id="5" name="TextBox 4">
              <a:extLst>
                <a:ext uri="{FF2B5EF4-FFF2-40B4-BE49-F238E27FC236}">
                  <a16:creationId xmlns:a16="http://schemas.microsoft.com/office/drawing/2014/main" id="{1E166447-EDB9-392E-EF2B-19C5C4810500}"/>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6" name="Graphic 5">
              <a:extLst>
                <a:ext uri="{FF2B5EF4-FFF2-40B4-BE49-F238E27FC236}">
                  <a16:creationId xmlns:a16="http://schemas.microsoft.com/office/drawing/2014/main" id="{B852DB50-CABA-A34A-EF24-7D5146FFF9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7" name="Straight Connector 6">
              <a:extLst>
                <a:ext uri="{FF2B5EF4-FFF2-40B4-BE49-F238E27FC236}">
                  <a16:creationId xmlns:a16="http://schemas.microsoft.com/office/drawing/2014/main" id="{3DD93DCC-2AF9-9C1D-8368-27E486FF415F}"/>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8" name="Flowchart: Connector 7">
            <a:extLst>
              <a:ext uri="{FF2B5EF4-FFF2-40B4-BE49-F238E27FC236}">
                <a16:creationId xmlns:a16="http://schemas.microsoft.com/office/drawing/2014/main" id="{86DF3633-CBBB-8089-C7F1-05857F179153}"/>
              </a:ext>
            </a:extLst>
          </p:cNvPr>
          <p:cNvSpPr/>
          <p:nvPr/>
        </p:nvSpPr>
        <p:spPr>
          <a:xfrm>
            <a:off x="8650628" y="68103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571F1C1F-B313-5C1D-790C-AB0884F3963F}"/>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84309E41-0E9E-203C-F819-745CDDD6E693}"/>
              </a:ext>
            </a:extLst>
          </p:cNvPr>
          <p:cNvSpPr/>
          <p:nvPr/>
        </p:nvSpPr>
        <p:spPr>
          <a:xfrm>
            <a:off x="11529492" y="33140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2CC43D81-ADAD-4CDB-D592-C72083B65637}"/>
              </a:ext>
            </a:extLst>
          </p:cNvPr>
          <p:cNvSpPr/>
          <p:nvPr/>
        </p:nvSpPr>
        <p:spPr>
          <a:xfrm>
            <a:off x="10245271" y="5588604"/>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Content Placeholder 12">
            <a:extLst>
              <a:ext uri="{FF2B5EF4-FFF2-40B4-BE49-F238E27FC236}">
                <a16:creationId xmlns:a16="http://schemas.microsoft.com/office/drawing/2014/main" id="{ACC6CD89-6342-E3FA-AFA3-2B3B4086738A}"/>
              </a:ext>
            </a:extLst>
          </p:cNvPr>
          <p:cNvSpPr>
            <a:spLocks noGrp="1"/>
          </p:cNvSpPr>
          <p:nvPr>
            <p:ph idx="1"/>
          </p:nvPr>
        </p:nvSpPr>
        <p:spPr>
          <a:xfrm>
            <a:off x="838200" y="223801"/>
            <a:ext cx="10515600" cy="5953162"/>
          </a:xfrm>
        </p:spPr>
        <p:txBody>
          <a:bodyPr/>
          <a:lstStyle/>
          <a:p>
            <a:pPr marL="0" indent="0">
              <a:buNone/>
            </a:pPr>
            <a:r>
              <a:rPr lang="en-US" sz="2400" b="1" dirty="0">
                <a:solidFill>
                  <a:srgbClr val="FF0000"/>
                </a:solidFill>
              </a:rPr>
              <a:t>5.INVALID CREDIDENTIALS:-</a:t>
            </a:r>
          </a:p>
          <a:p>
            <a:pPr marL="0" indent="0">
              <a:buNone/>
            </a:pPr>
            <a:endParaRPr lang="en-US" sz="2400" b="1" dirty="0">
              <a:solidFill>
                <a:srgbClr val="FF0000"/>
              </a:solidFill>
            </a:endParaRPr>
          </a:p>
          <a:p>
            <a:pPr marL="0" indent="0">
              <a:buNone/>
            </a:pPr>
            <a:endParaRPr lang="en-IN" sz="2400" b="1" dirty="0">
              <a:solidFill>
                <a:srgbClr val="FF0000"/>
              </a:solidFill>
            </a:endParaRPr>
          </a:p>
        </p:txBody>
      </p:sp>
      <p:pic>
        <p:nvPicPr>
          <p:cNvPr id="12" name="Picture 11">
            <a:extLst>
              <a:ext uri="{FF2B5EF4-FFF2-40B4-BE49-F238E27FC236}">
                <a16:creationId xmlns:a16="http://schemas.microsoft.com/office/drawing/2014/main" id="{DC003CB3-E108-82D3-FBF3-5F94815F9F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7939" y="1006997"/>
            <a:ext cx="8807817" cy="4558888"/>
          </a:xfrm>
          <a:prstGeom prst="rect">
            <a:avLst/>
          </a:prstGeom>
        </p:spPr>
      </p:pic>
    </p:spTree>
    <p:extLst>
      <p:ext uri="{BB962C8B-B14F-4D97-AF65-F5344CB8AC3E}">
        <p14:creationId xmlns:p14="http://schemas.microsoft.com/office/powerpoint/2010/main" val="46224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8E840-0C17-25F7-646A-5D578666232D}"/>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4437F64F-E1F9-E64D-9D0F-2CF23B5BCA8A}"/>
              </a:ext>
            </a:extLst>
          </p:cNvPr>
          <p:cNvGrpSpPr/>
          <p:nvPr/>
        </p:nvGrpSpPr>
        <p:grpSpPr>
          <a:xfrm>
            <a:off x="232871" y="6271130"/>
            <a:ext cx="5514785" cy="388987"/>
            <a:chOff x="618333" y="6026099"/>
            <a:chExt cx="4886323" cy="388987"/>
          </a:xfrm>
        </p:grpSpPr>
        <p:sp>
          <p:nvSpPr>
            <p:cNvPr id="5" name="TextBox 4">
              <a:extLst>
                <a:ext uri="{FF2B5EF4-FFF2-40B4-BE49-F238E27FC236}">
                  <a16:creationId xmlns:a16="http://schemas.microsoft.com/office/drawing/2014/main" id="{EFCB23EC-ECA3-E8D7-9A0D-0611DD7F6043}"/>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6" name="Graphic 5">
              <a:extLst>
                <a:ext uri="{FF2B5EF4-FFF2-40B4-BE49-F238E27FC236}">
                  <a16:creationId xmlns:a16="http://schemas.microsoft.com/office/drawing/2014/main" id="{522F05BB-5436-BC00-239F-9CCC1BA93E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7" name="Straight Connector 6">
              <a:extLst>
                <a:ext uri="{FF2B5EF4-FFF2-40B4-BE49-F238E27FC236}">
                  <a16:creationId xmlns:a16="http://schemas.microsoft.com/office/drawing/2014/main" id="{1B54B223-F450-A6CF-6F16-1549E81664A6}"/>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8" name="Flowchart: Connector 7">
            <a:extLst>
              <a:ext uri="{FF2B5EF4-FFF2-40B4-BE49-F238E27FC236}">
                <a16:creationId xmlns:a16="http://schemas.microsoft.com/office/drawing/2014/main" id="{B0BA4EE2-4386-1754-CBC7-A2375F4ECE3C}"/>
              </a:ext>
            </a:extLst>
          </p:cNvPr>
          <p:cNvSpPr/>
          <p:nvPr/>
        </p:nvSpPr>
        <p:spPr>
          <a:xfrm>
            <a:off x="8650628" y="68103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E3FE9B70-19A7-94E7-8F15-EC758D12450F}"/>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9C439D74-8EDC-B83D-29E0-A12933364623}"/>
              </a:ext>
            </a:extLst>
          </p:cNvPr>
          <p:cNvSpPr/>
          <p:nvPr/>
        </p:nvSpPr>
        <p:spPr>
          <a:xfrm>
            <a:off x="11529492" y="33140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2D1295AA-A5E4-8D60-79B8-F9ACD21B989E}"/>
              </a:ext>
            </a:extLst>
          </p:cNvPr>
          <p:cNvSpPr/>
          <p:nvPr/>
        </p:nvSpPr>
        <p:spPr>
          <a:xfrm>
            <a:off x="10245271" y="5588604"/>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Content Placeholder 12">
            <a:extLst>
              <a:ext uri="{FF2B5EF4-FFF2-40B4-BE49-F238E27FC236}">
                <a16:creationId xmlns:a16="http://schemas.microsoft.com/office/drawing/2014/main" id="{49FF5E27-8B48-D698-0A04-32B5A1CC9696}"/>
              </a:ext>
            </a:extLst>
          </p:cNvPr>
          <p:cNvSpPr>
            <a:spLocks noGrp="1"/>
          </p:cNvSpPr>
          <p:nvPr>
            <p:ph idx="1"/>
          </p:nvPr>
        </p:nvSpPr>
        <p:spPr>
          <a:xfrm>
            <a:off x="838200" y="223801"/>
            <a:ext cx="10515600" cy="5953162"/>
          </a:xfrm>
        </p:spPr>
        <p:txBody>
          <a:bodyPr/>
          <a:lstStyle/>
          <a:p>
            <a:pPr marL="0" indent="0">
              <a:buNone/>
            </a:pPr>
            <a:r>
              <a:rPr lang="en-US" sz="2400" b="1" dirty="0">
                <a:solidFill>
                  <a:srgbClr val="FF0000"/>
                </a:solidFill>
              </a:rPr>
              <a:t>6.PASSWORD CHANGED SUCCESSFULLY:-</a:t>
            </a:r>
          </a:p>
          <a:p>
            <a:pPr marL="0" indent="0">
              <a:buNone/>
            </a:pPr>
            <a:endParaRPr lang="en-IN" sz="2400" b="1" dirty="0">
              <a:solidFill>
                <a:srgbClr val="FF0000"/>
              </a:solidFill>
            </a:endParaRPr>
          </a:p>
        </p:txBody>
      </p:sp>
      <p:pic>
        <p:nvPicPr>
          <p:cNvPr id="12" name="Picture 11">
            <a:extLst>
              <a:ext uri="{FF2B5EF4-FFF2-40B4-BE49-F238E27FC236}">
                <a16:creationId xmlns:a16="http://schemas.microsoft.com/office/drawing/2014/main" id="{F3F52FCB-B5B5-25BC-C7C1-9407F58749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9411" y="1111131"/>
            <a:ext cx="9753600" cy="4635738"/>
          </a:xfrm>
          <a:prstGeom prst="rect">
            <a:avLst/>
          </a:prstGeom>
        </p:spPr>
      </p:pic>
    </p:spTree>
    <p:extLst>
      <p:ext uri="{BB962C8B-B14F-4D97-AF65-F5344CB8AC3E}">
        <p14:creationId xmlns:p14="http://schemas.microsoft.com/office/powerpoint/2010/main" val="1789918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C509E-E6F3-873B-ECF4-BA06DB9B149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FDBFF356-18B2-689A-9AA9-36FE004DE6CF}"/>
              </a:ext>
            </a:extLst>
          </p:cNvPr>
          <p:cNvGrpSpPr/>
          <p:nvPr/>
        </p:nvGrpSpPr>
        <p:grpSpPr>
          <a:xfrm>
            <a:off x="232871" y="6271130"/>
            <a:ext cx="5514785" cy="388987"/>
            <a:chOff x="618333" y="6026099"/>
            <a:chExt cx="4886323" cy="388987"/>
          </a:xfrm>
        </p:grpSpPr>
        <p:sp>
          <p:nvSpPr>
            <p:cNvPr id="5" name="TextBox 4">
              <a:extLst>
                <a:ext uri="{FF2B5EF4-FFF2-40B4-BE49-F238E27FC236}">
                  <a16:creationId xmlns:a16="http://schemas.microsoft.com/office/drawing/2014/main" id="{7D81FFB9-DF5D-77C7-5ECC-35A992F646CF}"/>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6" name="Graphic 5">
              <a:extLst>
                <a:ext uri="{FF2B5EF4-FFF2-40B4-BE49-F238E27FC236}">
                  <a16:creationId xmlns:a16="http://schemas.microsoft.com/office/drawing/2014/main" id="{674A664F-B7FF-0DC4-17E7-81B87D795F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7" name="Straight Connector 6">
              <a:extLst>
                <a:ext uri="{FF2B5EF4-FFF2-40B4-BE49-F238E27FC236}">
                  <a16:creationId xmlns:a16="http://schemas.microsoft.com/office/drawing/2014/main" id="{0A98E111-E88B-A7AB-9607-A9DA73B7A795}"/>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8" name="Flowchart: Connector 7">
            <a:extLst>
              <a:ext uri="{FF2B5EF4-FFF2-40B4-BE49-F238E27FC236}">
                <a16:creationId xmlns:a16="http://schemas.microsoft.com/office/drawing/2014/main" id="{D2317337-FB0F-6A4F-3D7A-54F8B346CD50}"/>
              </a:ext>
            </a:extLst>
          </p:cNvPr>
          <p:cNvSpPr/>
          <p:nvPr/>
        </p:nvSpPr>
        <p:spPr>
          <a:xfrm>
            <a:off x="8650628" y="68103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DC509472-D729-B8B8-65A4-611EB7944C8E}"/>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73468744-D63A-0F79-6DA2-5AAEB41B0472}"/>
              </a:ext>
            </a:extLst>
          </p:cNvPr>
          <p:cNvSpPr/>
          <p:nvPr/>
        </p:nvSpPr>
        <p:spPr>
          <a:xfrm>
            <a:off x="11529492" y="33140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CEB61C1E-6FCA-AC9F-05DA-16B414EE24A7}"/>
              </a:ext>
            </a:extLst>
          </p:cNvPr>
          <p:cNvSpPr/>
          <p:nvPr/>
        </p:nvSpPr>
        <p:spPr>
          <a:xfrm>
            <a:off x="10245271" y="5588604"/>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Content Placeholder 12">
            <a:extLst>
              <a:ext uri="{FF2B5EF4-FFF2-40B4-BE49-F238E27FC236}">
                <a16:creationId xmlns:a16="http://schemas.microsoft.com/office/drawing/2014/main" id="{4289E8C1-A1CF-5554-3F34-FE7117BC988B}"/>
              </a:ext>
            </a:extLst>
          </p:cNvPr>
          <p:cNvSpPr>
            <a:spLocks noGrp="1"/>
          </p:cNvSpPr>
          <p:nvPr>
            <p:ph idx="1"/>
          </p:nvPr>
        </p:nvSpPr>
        <p:spPr>
          <a:xfrm>
            <a:off x="838200" y="223801"/>
            <a:ext cx="10515600" cy="5953162"/>
          </a:xfrm>
        </p:spPr>
        <p:txBody>
          <a:bodyPr/>
          <a:lstStyle/>
          <a:p>
            <a:pPr marL="0" indent="0">
              <a:buNone/>
            </a:pPr>
            <a:r>
              <a:rPr lang="en-US" sz="2400" b="1" dirty="0">
                <a:solidFill>
                  <a:srgbClr val="FF0000"/>
                </a:solidFill>
              </a:rPr>
              <a:t>7.TOOMANY PASSWORD RESET:-</a:t>
            </a:r>
          </a:p>
          <a:p>
            <a:pPr marL="0" indent="0">
              <a:buNone/>
            </a:pPr>
            <a:endParaRPr lang="en-IN" sz="2400" b="1" dirty="0">
              <a:solidFill>
                <a:srgbClr val="FF0000"/>
              </a:solidFill>
            </a:endParaRPr>
          </a:p>
        </p:txBody>
      </p:sp>
      <p:pic>
        <p:nvPicPr>
          <p:cNvPr id="12" name="Picture 11">
            <a:extLst>
              <a:ext uri="{FF2B5EF4-FFF2-40B4-BE49-F238E27FC236}">
                <a16:creationId xmlns:a16="http://schemas.microsoft.com/office/drawing/2014/main" id="{BE476C6B-159B-FF27-4A7B-6168DCEE05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6296" y="1133356"/>
            <a:ext cx="8422308" cy="4887047"/>
          </a:xfrm>
          <a:prstGeom prst="rect">
            <a:avLst/>
          </a:prstGeom>
        </p:spPr>
      </p:pic>
    </p:spTree>
    <p:extLst>
      <p:ext uri="{BB962C8B-B14F-4D97-AF65-F5344CB8AC3E}">
        <p14:creationId xmlns:p14="http://schemas.microsoft.com/office/powerpoint/2010/main" val="754332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DB8B0-EB64-09FB-2D07-BDFD6403963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8FAAB4C7-FA2A-3B73-C196-2BE49DEADF86}"/>
              </a:ext>
            </a:extLst>
          </p:cNvPr>
          <p:cNvGrpSpPr/>
          <p:nvPr/>
        </p:nvGrpSpPr>
        <p:grpSpPr>
          <a:xfrm>
            <a:off x="232871" y="6271130"/>
            <a:ext cx="5514785" cy="388987"/>
            <a:chOff x="618333" y="6026099"/>
            <a:chExt cx="4886323" cy="388987"/>
          </a:xfrm>
        </p:grpSpPr>
        <p:sp>
          <p:nvSpPr>
            <p:cNvPr id="5" name="TextBox 4">
              <a:extLst>
                <a:ext uri="{FF2B5EF4-FFF2-40B4-BE49-F238E27FC236}">
                  <a16:creationId xmlns:a16="http://schemas.microsoft.com/office/drawing/2014/main" id="{D4C9B16E-98B0-B412-77BC-5B43B485C36C}"/>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6" name="Graphic 5">
              <a:extLst>
                <a:ext uri="{FF2B5EF4-FFF2-40B4-BE49-F238E27FC236}">
                  <a16:creationId xmlns:a16="http://schemas.microsoft.com/office/drawing/2014/main" id="{21CAC39A-B801-CD1E-3F2D-69B5E72AAB7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7" name="Straight Connector 6">
              <a:extLst>
                <a:ext uri="{FF2B5EF4-FFF2-40B4-BE49-F238E27FC236}">
                  <a16:creationId xmlns:a16="http://schemas.microsoft.com/office/drawing/2014/main" id="{256306CE-CD9C-2867-C7B7-66E55E78B8F3}"/>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8" name="Flowchart: Connector 7">
            <a:extLst>
              <a:ext uri="{FF2B5EF4-FFF2-40B4-BE49-F238E27FC236}">
                <a16:creationId xmlns:a16="http://schemas.microsoft.com/office/drawing/2014/main" id="{FD265A2D-2F88-1C02-BC78-8B1DE2B791AF}"/>
              </a:ext>
            </a:extLst>
          </p:cNvPr>
          <p:cNvSpPr/>
          <p:nvPr/>
        </p:nvSpPr>
        <p:spPr>
          <a:xfrm>
            <a:off x="8650628" y="68103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C54BE333-3698-1159-10F2-D62792C53BED}"/>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3193C852-3EB2-3009-9D85-E224F0509EF7}"/>
              </a:ext>
            </a:extLst>
          </p:cNvPr>
          <p:cNvSpPr/>
          <p:nvPr/>
        </p:nvSpPr>
        <p:spPr>
          <a:xfrm>
            <a:off x="11529492" y="33140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36506492-BC00-041C-5560-35AD78018327}"/>
              </a:ext>
            </a:extLst>
          </p:cNvPr>
          <p:cNvSpPr/>
          <p:nvPr/>
        </p:nvSpPr>
        <p:spPr>
          <a:xfrm>
            <a:off x="10245271" y="5588604"/>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Content Placeholder 12">
            <a:extLst>
              <a:ext uri="{FF2B5EF4-FFF2-40B4-BE49-F238E27FC236}">
                <a16:creationId xmlns:a16="http://schemas.microsoft.com/office/drawing/2014/main" id="{55AD5548-150B-39AC-6C3C-6E2DF9308C30}"/>
              </a:ext>
            </a:extLst>
          </p:cNvPr>
          <p:cNvSpPr>
            <a:spLocks noGrp="1"/>
          </p:cNvSpPr>
          <p:nvPr>
            <p:ph idx="1"/>
          </p:nvPr>
        </p:nvSpPr>
        <p:spPr>
          <a:xfrm>
            <a:off x="838200" y="223801"/>
            <a:ext cx="10515600" cy="5953162"/>
          </a:xfrm>
        </p:spPr>
        <p:txBody>
          <a:bodyPr/>
          <a:lstStyle/>
          <a:p>
            <a:pPr marL="0" indent="0">
              <a:buNone/>
            </a:pPr>
            <a:r>
              <a:rPr lang="en-US" sz="2400" b="1" dirty="0">
                <a:solidFill>
                  <a:srgbClr val="FF0000"/>
                </a:solidFill>
              </a:rPr>
              <a:t>8.INVALID TOKEN AND TOKEN EXPIRED</a:t>
            </a:r>
          </a:p>
          <a:p>
            <a:pPr marL="0" indent="0">
              <a:buNone/>
            </a:pPr>
            <a:endParaRPr lang="en-IN" sz="2400" b="1" dirty="0">
              <a:solidFill>
                <a:srgbClr val="FF0000"/>
              </a:solidFill>
            </a:endParaRPr>
          </a:p>
        </p:txBody>
      </p:sp>
      <p:pic>
        <p:nvPicPr>
          <p:cNvPr id="3" name="Picture 2">
            <a:extLst>
              <a:ext uri="{FF2B5EF4-FFF2-40B4-BE49-F238E27FC236}">
                <a16:creationId xmlns:a16="http://schemas.microsoft.com/office/drawing/2014/main" id="{0B7F3B78-64D3-C273-4C3F-269718E853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49272" y="1019051"/>
            <a:ext cx="7893456" cy="4819898"/>
          </a:xfrm>
          <a:prstGeom prst="rect">
            <a:avLst/>
          </a:prstGeom>
        </p:spPr>
      </p:pic>
    </p:spTree>
    <p:extLst>
      <p:ext uri="{BB962C8B-B14F-4D97-AF65-F5344CB8AC3E}">
        <p14:creationId xmlns:p14="http://schemas.microsoft.com/office/powerpoint/2010/main" val="3457383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01AE8-3341-B291-A8A1-A7158B3FB471}"/>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83F02198-5D35-AA5B-F63F-CB7C7F358217}"/>
              </a:ext>
            </a:extLst>
          </p:cNvPr>
          <p:cNvGrpSpPr/>
          <p:nvPr/>
        </p:nvGrpSpPr>
        <p:grpSpPr>
          <a:xfrm>
            <a:off x="232871" y="6271130"/>
            <a:ext cx="5514785" cy="388987"/>
            <a:chOff x="618333" y="6026099"/>
            <a:chExt cx="4886323" cy="388987"/>
          </a:xfrm>
        </p:grpSpPr>
        <p:sp>
          <p:nvSpPr>
            <p:cNvPr id="5" name="TextBox 4">
              <a:extLst>
                <a:ext uri="{FF2B5EF4-FFF2-40B4-BE49-F238E27FC236}">
                  <a16:creationId xmlns:a16="http://schemas.microsoft.com/office/drawing/2014/main" id="{55C921C3-0901-DB19-11C5-237EB423F453}"/>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6" name="Graphic 5">
              <a:extLst>
                <a:ext uri="{FF2B5EF4-FFF2-40B4-BE49-F238E27FC236}">
                  <a16:creationId xmlns:a16="http://schemas.microsoft.com/office/drawing/2014/main" id="{B1BCD1D3-1478-EE2E-46EE-C6CDA30717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7" name="Straight Connector 6">
              <a:extLst>
                <a:ext uri="{FF2B5EF4-FFF2-40B4-BE49-F238E27FC236}">
                  <a16:creationId xmlns:a16="http://schemas.microsoft.com/office/drawing/2014/main" id="{F677CBD0-8E62-62B2-10F5-8E105F062430}"/>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8" name="Flowchart: Connector 7">
            <a:extLst>
              <a:ext uri="{FF2B5EF4-FFF2-40B4-BE49-F238E27FC236}">
                <a16:creationId xmlns:a16="http://schemas.microsoft.com/office/drawing/2014/main" id="{9F45F640-10C5-CC19-4A12-C2911F2184EF}"/>
              </a:ext>
            </a:extLst>
          </p:cNvPr>
          <p:cNvSpPr/>
          <p:nvPr/>
        </p:nvSpPr>
        <p:spPr>
          <a:xfrm>
            <a:off x="8650628" y="68103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2693AB48-8073-490E-95C3-21F402339BE0}"/>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E003C9AF-93B6-6158-9075-8908B38661BB}"/>
              </a:ext>
            </a:extLst>
          </p:cNvPr>
          <p:cNvSpPr/>
          <p:nvPr/>
        </p:nvSpPr>
        <p:spPr>
          <a:xfrm>
            <a:off x="11529492" y="33140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2A76845D-6756-0F7E-DCDC-0F4C9C15F5EC}"/>
              </a:ext>
            </a:extLst>
          </p:cNvPr>
          <p:cNvSpPr/>
          <p:nvPr/>
        </p:nvSpPr>
        <p:spPr>
          <a:xfrm>
            <a:off x="10245271" y="5588604"/>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Content Placeholder 12">
            <a:extLst>
              <a:ext uri="{FF2B5EF4-FFF2-40B4-BE49-F238E27FC236}">
                <a16:creationId xmlns:a16="http://schemas.microsoft.com/office/drawing/2014/main" id="{CC80E5BB-E1CA-2E40-D342-AC1A61AC814D}"/>
              </a:ext>
            </a:extLst>
          </p:cNvPr>
          <p:cNvSpPr>
            <a:spLocks noGrp="1"/>
          </p:cNvSpPr>
          <p:nvPr>
            <p:ph idx="1"/>
          </p:nvPr>
        </p:nvSpPr>
        <p:spPr>
          <a:xfrm>
            <a:off x="838200" y="223801"/>
            <a:ext cx="10515600" cy="5953162"/>
          </a:xfrm>
        </p:spPr>
        <p:txBody>
          <a:bodyPr/>
          <a:lstStyle/>
          <a:p>
            <a:pPr marL="0" indent="0">
              <a:buNone/>
            </a:pPr>
            <a:r>
              <a:rPr lang="en-US" sz="2400" b="1" dirty="0">
                <a:solidFill>
                  <a:srgbClr val="FF0000"/>
                </a:solidFill>
              </a:rPr>
              <a:t>9.WELCOME TO ADMIN DASH BOARD:-</a:t>
            </a:r>
          </a:p>
          <a:p>
            <a:pPr marL="0" indent="0">
              <a:buNone/>
            </a:pPr>
            <a:endParaRPr lang="en-IN" sz="2400" b="1" dirty="0">
              <a:solidFill>
                <a:srgbClr val="FF0000"/>
              </a:solidFill>
            </a:endParaRPr>
          </a:p>
        </p:txBody>
      </p:sp>
      <p:pic>
        <p:nvPicPr>
          <p:cNvPr id="3" name="Picture 2">
            <a:extLst>
              <a:ext uri="{FF2B5EF4-FFF2-40B4-BE49-F238E27FC236}">
                <a16:creationId xmlns:a16="http://schemas.microsoft.com/office/drawing/2014/main" id="{39E7DEA3-71B6-8B16-9D37-84DF4767FC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2593" y="834891"/>
            <a:ext cx="8026813" cy="5188217"/>
          </a:xfrm>
          <a:prstGeom prst="rect">
            <a:avLst/>
          </a:prstGeom>
        </p:spPr>
      </p:pic>
      <p:pic>
        <p:nvPicPr>
          <p:cNvPr id="14" name="Picture 13">
            <a:extLst>
              <a:ext uri="{FF2B5EF4-FFF2-40B4-BE49-F238E27FC236}">
                <a16:creationId xmlns:a16="http://schemas.microsoft.com/office/drawing/2014/main" id="{31CDB0A5-74DD-5FA1-A5FA-C09831C958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34993" y="987291"/>
            <a:ext cx="8026813" cy="5188217"/>
          </a:xfrm>
          <a:prstGeom prst="rect">
            <a:avLst/>
          </a:prstGeom>
        </p:spPr>
      </p:pic>
    </p:spTree>
    <p:extLst>
      <p:ext uri="{BB962C8B-B14F-4D97-AF65-F5344CB8AC3E}">
        <p14:creationId xmlns:p14="http://schemas.microsoft.com/office/powerpoint/2010/main" val="849306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A55F4-7B05-0E90-6EAF-EF8F55D25C36}"/>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2438814F-B542-30B4-1461-9676041CBC52}"/>
              </a:ext>
            </a:extLst>
          </p:cNvPr>
          <p:cNvGrpSpPr/>
          <p:nvPr/>
        </p:nvGrpSpPr>
        <p:grpSpPr>
          <a:xfrm>
            <a:off x="232871" y="6271130"/>
            <a:ext cx="5514785" cy="388987"/>
            <a:chOff x="618333" y="6026099"/>
            <a:chExt cx="4886323" cy="388987"/>
          </a:xfrm>
        </p:grpSpPr>
        <p:sp>
          <p:nvSpPr>
            <p:cNvPr id="5" name="TextBox 4">
              <a:extLst>
                <a:ext uri="{FF2B5EF4-FFF2-40B4-BE49-F238E27FC236}">
                  <a16:creationId xmlns:a16="http://schemas.microsoft.com/office/drawing/2014/main" id="{62BA8E4D-70CB-53C7-DD0E-83CC056BE440}"/>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6" name="Graphic 5">
              <a:extLst>
                <a:ext uri="{FF2B5EF4-FFF2-40B4-BE49-F238E27FC236}">
                  <a16:creationId xmlns:a16="http://schemas.microsoft.com/office/drawing/2014/main" id="{4DE801AF-27BD-7DE2-A796-CB05E5804A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7" name="Straight Connector 6">
              <a:extLst>
                <a:ext uri="{FF2B5EF4-FFF2-40B4-BE49-F238E27FC236}">
                  <a16:creationId xmlns:a16="http://schemas.microsoft.com/office/drawing/2014/main" id="{80810E75-1170-7D3A-B9BE-8C646215149B}"/>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8" name="Flowchart: Connector 7">
            <a:extLst>
              <a:ext uri="{FF2B5EF4-FFF2-40B4-BE49-F238E27FC236}">
                <a16:creationId xmlns:a16="http://schemas.microsoft.com/office/drawing/2014/main" id="{FFA9B070-E244-F60A-9A25-F9D442E68C9B}"/>
              </a:ext>
            </a:extLst>
          </p:cNvPr>
          <p:cNvSpPr/>
          <p:nvPr/>
        </p:nvSpPr>
        <p:spPr>
          <a:xfrm>
            <a:off x="8650628" y="68103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FACDC59A-8F46-A193-7934-AFB0D164E00F}"/>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248E13C0-185C-EE3E-12BE-205B761DF6D3}"/>
              </a:ext>
            </a:extLst>
          </p:cNvPr>
          <p:cNvSpPr/>
          <p:nvPr/>
        </p:nvSpPr>
        <p:spPr>
          <a:xfrm>
            <a:off x="11529492" y="33140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C91922DB-CAAF-9074-56F9-FFCCF860D95C}"/>
              </a:ext>
            </a:extLst>
          </p:cNvPr>
          <p:cNvSpPr/>
          <p:nvPr/>
        </p:nvSpPr>
        <p:spPr>
          <a:xfrm>
            <a:off x="10245271" y="5588604"/>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Content Placeholder 12">
            <a:extLst>
              <a:ext uri="{FF2B5EF4-FFF2-40B4-BE49-F238E27FC236}">
                <a16:creationId xmlns:a16="http://schemas.microsoft.com/office/drawing/2014/main" id="{F36E866A-1742-806F-DF93-4F961052AFC8}"/>
              </a:ext>
            </a:extLst>
          </p:cNvPr>
          <p:cNvSpPr>
            <a:spLocks noGrp="1"/>
          </p:cNvSpPr>
          <p:nvPr>
            <p:ph idx="1"/>
          </p:nvPr>
        </p:nvSpPr>
        <p:spPr>
          <a:xfrm>
            <a:off x="838200" y="223801"/>
            <a:ext cx="10515600" cy="5953162"/>
          </a:xfrm>
        </p:spPr>
        <p:txBody>
          <a:bodyPr/>
          <a:lstStyle/>
          <a:p>
            <a:pPr marL="0" indent="0">
              <a:buNone/>
            </a:pPr>
            <a:r>
              <a:rPr lang="en-US" sz="2400" b="1" dirty="0">
                <a:solidFill>
                  <a:srgbClr val="FF0000"/>
                </a:solidFill>
              </a:rPr>
              <a:t>10.ACCESS DENIED ERROR:-</a:t>
            </a:r>
          </a:p>
          <a:p>
            <a:pPr marL="0" indent="0">
              <a:buNone/>
            </a:pPr>
            <a:endParaRPr lang="en-IN" sz="2400" b="1" dirty="0">
              <a:solidFill>
                <a:srgbClr val="FF0000"/>
              </a:solidFill>
            </a:endParaRPr>
          </a:p>
        </p:txBody>
      </p:sp>
      <p:pic>
        <p:nvPicPr>
          <p:cNvPr id="12" name="Picture 11">
            <a:extLst>
              <a:ext uri="{FF2B5EF4-FFF2-40B4-BE49-F238E27FC236}">
                <a16:creationId xmlns:a16="http://schemas.microsoft.com/office/drawing/2014/main" id="{D0433B54-8388-E548-F300-6B0653587C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0618" y="923796"/>
            <a:ext cx="8877985" cy="5096608"/>
          </a:xfrm>
          <a:prstGeom prst="rect">
            <a:avLst/>
          </a:prstGeom>
        </p:spPr>
      </p:pic>
    </p:spTree>
    <p:extLst>
      <p:ext uri="{BB962C8B-B14F-4D97-AF65-F5344CB8AC3E}">
        <p14:creationId xmlns:p14="http://schemas.microsoft.com/office/powerpoint/2010/main" val="1353217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C5D6E-75BE-3BF8-DDFF-AEFFFAB726E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57251C9-50E1-D6E7-1A31-0100DAF93BD5}"/>
              </a:ext>
            </a:extLst>
          </p:cNvPr>
          <p:cNvSpPr/>
          <p:nvPr/>
        </p:nvSpPr>
        <p:spPr>
          <a:xfrm>
            <a:off x="0" y="5871188"/>
            <a:ext cx="3428206" cy="6974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grpSp>
        <p:nvGrpSpPr>
          <p:cNvPr id="19" name="Group 18">
            <a:extLst>
              <a:ext uri="{FF2B5EF4-FFF2-40B4-BE49-F238E27FC236}">
                <a16:creationId xmlns:a16="http://schemas.microsoft.com/office/drawing/2014/main" id="{5337761C-828E-FF7C-E1DA-E59A8E2AF68F}"/>
              </a:ext>
            </a:extLst>
          </p:cNvPr>
          <p:cNvGrpSpPr/>
          <p:nvPr/>
        </p:nvGrpSpPr>
        <p:grpSpPr>
          <a:xfrm>
            <a:off x="732633" y="6026099"/>
            <a:ext cx="4886323" cy="388987"/>
            <a:chOff x="618333" y="6026099"/>
            <a:chExt cx="4886323" cy="388987"/>
          </a:xfrm>
        </p:grpSpPr>
        <p:sp>
          <p:nvSpPr>
            <p:cNvPr id="6" name="TextBox 5">
              <a:extLst>
                <a:ext uri="{FF2B5EF4-FFF2-40B4-BE49-F238E27FC236}">
                  <a16:creationId xmlns:a16="http://schemas.microsoft.com/office/drawing/2014/main" id="{7B643686-7E6A-4CFC-EB4B-F0BC1CE50BFB}"/>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r>
                <a:rPr lang="en-US" sz="1600">
                  <a:solidFill>
                    <a:srgbClr val="1B134C"/>
                  </a:solidFill>
                  <a:latin typeface="Poppins"/>
                  <a:cs typeface="Poppins"/>
                </a:rPr>
                <a:t>PPT Deck Name</a:t>
              </a:r>
              <a:endParaRPr lang="en-US"/>
            </a:p>
          </p:txBody>
        </p:sp>
        <p:pic>
          <p:nvPicPr>
            <p:cNvPr id="8" name="Graphic 7">
              <a:extLst>
                <a:ext uri="{FF2B5EF4-FFF2-40B4-BE49-F238E27FC236}">
                  <a16:creationId xmlns:a16="http://schemas.microsoft.com/office/drawing/2014/main" id="{DB8019E4-3052-E355-AC05-A6B236742C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8333" y="6026099"/>
              <a:ext cx="353218" cy="388987"/>
            </a:xfrm>
            <a:prstGeom prst="rect">
              <a:avLst/>
            </a:prstGeom>
          </p:spPr>
        </p:pic>
        <p:cxnSp>
          <p:nvCxnSpPr>
            <p:cNvPr id="10" name="Straight Connector 9">
              <a:extLst>
                <a:ext uri="{FF2B5EF4-FFF2-40B4-BE49-F238E27FC236}">
                  <a16:creationId xmlns:a16="http://schemas.microsoft.com/office/drawing/2014/main" id="{0EA24FC2-CF6A-5B4D-1C5F-4C0CC5ABE0AB}"/>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41" name="Freeform: Shape 40">
            <a:extLst>
              <a:ext uri="{FF2B5EF4-FFF2-40B4-BE49-F238E27FC236}">
                <a16:creationId xmlns:a16="http://schemas.microsoft.com/office/drawing/2014/main" id="{B025B9C4-F752-BA55-ED61-374A73D75A56}"/>
              </a:ext>
            </a:extLst>
          </p:cNvPr>
          <p:cNvSpPr/>
          <p:nvPr/>
        </p:nvSpPr>
        <p:spPr>
          <a:xfrm>
            <a:off x="5350417" y="5188524"/>
            <a:ext cx="12353" cy="30919"/>
          </a:xfrm>
          <a:custGeom>
            <a:avLst/>
            <a:gdLst>
              <a:gd name="connsiteX0" fmla="*/ 12353 w 12353"/>
              <a:gd name="connsiteY0" fmla="*/ 0 h 30919"/>
              <a:gd name="connsiteX1" fmla="*/ 12353 w 12353"/>
              <a:gd name="connsiteY1" fmla="*/ 30919 h 30919"/>
              <a:gd name="connsiteX2" fmla="*/ 0 w 12353"/>
              <a:gd name="connsiteY2" fmla="*/ 30919 h 30919"/>
              <a:gd name="connsiteX3" fmla="*/ 12353 w 12353"/>
              <a:gd name="connsiteY3" fmla="*/ 0 h 30919"/>
            </a:gdLst>
            <a:ahLst/>
            <a:cxnLst>
              <a:cxn ang="0">
                <a:pos x="connsiteX0" y="connsiteY0"/>
              </a:cxn>
              <a:cxn ang="0">
                <a:pos x="connsiteX1" y="connsiteY1"/>
              </a:cxn>
              <a:cxn ang="0">
                <a:pos x="connsiteX2" y="connsiteY2"/>
              </a:cxn>
              <a:cxn ang="0">
                <a:pos x="connsiteX3" y="connsiteY3"/>
              </a:cxn>
            </a:cxnLst>
            <a:rect l="l" t="t" r="r" b="b"/>
            <a:pathLst>
              <a:path w="12353" h="30919">
                <a:moveTo>
                  <a:pt x="12353" y="0"/>
                </a:moveTo>
                <a:lnTo>
                  <a:pt x="12353" y="30919"/>
                </a:lnTo>
                <a:lnTo>
                  <a:pt x="0" y="30919"/>
                </a:lnTo>
                <a:lnTo>
                  <a:pt x="1235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C0F69D18-CE50-461C-EEC6-410F6DE31B4A}"/>
              </a:ext>
            </a:extLst>
          </p:cNvPr>
          <p:cNvSpPr/>
          <p:nvPr/>
        </p:nvSpPr>
        <p:spPr>
          <a:xfrm>
            <a:off x="8199398" y="5188528"/>
            <a:ext cx="12351" cy="30914"/>
          </a:xfrm>
          <a:custGeom>
            <a:avLst/>
            <a:gdLst>
              <a:gd name="connsiteX0" fmla="*/ 0 w 12351"/>
              <a:gd name="connsiteY0" fmla="*/ 0 h 30914"/>
              <a:gd name="connsiteX1" fmla="*/ 12351 w 12351"/>
              <a:gd name="connsiteY1" fmla="*/ 30914 h 30914"/>
              <a:gd name="connsiteX2" fmla="*/ 0 w 12351"/>
              <a:gd name="connsiteY2" fmla="*/ 30914 h 30914"/>
              <a:gd name="connsiteX3" fmla="*/ 0 w 12351"/>
              <a:gd name="connsiteY3" fmla="*/ 0 h 30914"/>
            </a:gdLst>
            <a:ahLst/>
            <a:cxnLst>
              <a:cxn ang="0">
                <a:pos x="connsiteX0" y="connsiteY0"/>
              </a:cxn>
              <a:cxn ang="0">
                <a:pos x="connsiteX1" y="connsiteY1"/>
              </a:cxn>
              <a:cxn ang="0">
                <a:pos x="connsiteX2" y="connsiteY2"/>
              </a:cxn>
              <a:cxn ang="0">
                <a:pos x="connsiteX3" y="connsiteY3"/>
              </a:cxn>
            </a:cxnLst>
            <a:rect l="l" t="t" r="r" b="b"/>
            <a:pathLst>
              <a:path w="12351" h="30914">
                <a:moveTo>
                  <a:pt x="0" y="0"/>
                </a:moveTo>
                <a:lnTo>
                  <a:pt x="12351" y="30914"/>
                </a:lnTo>
                <a:lnTo>
                  <a:pt x="0" y="30914"/>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50" name="Group 49">
            <a:extLst>
              <a:ext uri="{FF2B5EF4-FFF2-40B4-BE49-F238E27FC236}">
                <a16:creationId xmlns:a16="http://schemas.microsoft.com/office/drawing/2014/main" id="{CFE93AAB-0163-5C78-D1FF-50980A9FA6C6}"/>
              </a:ext>
            </a:extLst>
          </p:cNvPr>
          <p:cNvGrpSpPr/>
          <p:nvPr/>
        </p:nvGrpSpPr>
        <p:grpSpPr>
          <a:xfrm rot="6938371">
            <a:off x="985624" y="652133"/>
            <a:ext cx="1711486" cy="2134875"/>
            <a:chOff x="3677188" y="667032"/>
            <a:chExt cx="2836628" cy="3580883"/>
          </a:xfrm>
          <a:effectLst>
            <a:outerShdw blurRad="50800" dist="190500" dir="8100000" algn="tr" rotWithShape="0">
              <a:prstClr val="black">
                <a:alpha val="40000"/>
              </a:prstClr>
            </a:outerShdw>
          </a:effectLst>
        </p:grpSpPr>
        <p:sp>
          <p:nvSpPr>
            <p:cNvPr id="49" name="Freeform: Shape 48">
              <a:extLst>
                <a:ext uri="{FF2B5EF4-FFF2-40B4-BE49-F238E27FC236}">
                  <a16:creationId xmlns:a16="http://schemas.microsoft.com/office/drawing/2014/main" id="{B330C967-4D19-8854-47DB-D03D3DD7FC8C}"/>
                </a:ext>
              </a:extLst>
            </p:cNvPr>
            <p:cNvSpPr/>
            <p:nvPr/>
          </p:nvSpPr>
          <p:spPr>
            <a:xfrm>
              <a:off x="3677188" y="667032"/>
              <a:ext cx="1418314" cy="3580883"/>
            </a:xfrm>
            <a:custGeom>
              <a:avLst/>
              <a:gdLst>
                <a:gd name="connsiteX0" fmla="*/ 1418314 w 1418314"/>
                <a:gd name="connsiteY0" fmla="*/ 0 h 3580883"/>
                <a:gd name="connsiteX1" fmla="*/ 1418314 w 1418314"/>
                <a:gd name="connsiteY1" fmla="*/ 3023642 h 3580883"/>
                <a:gd name="connsiteX2" fmla="*/ 0 w 1418314"/>
                <a:gd name="connsiteY2" fmla="*/ 3580883 h 3580883"/>
                <a:gd name="connsiteX3" fmla="*/ 0 w 1418314"/>
                <a:gd name="connsiteY3" fmla="*/ 3549964 h 3580883"/>
                <a:gd name="connsiteX4" fmla="*/ 1418313 w 1418314"/>
                <a:gd name="connsiteY4" fmla="*/ 1 h 3580883"/>
                <a:gd name="connsiteX5" fmla="*/ 1418314 w 1418314"/>
                <a:gd name="connsiteY5" fmla="*/ 0 h 3580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314" h="3580883">
                  <a:moveTo>
                    <a:pt x="1418314" y="0"/>
                  </a:moveTo>
                  <a:lnTo>
                    <a:pt x="1418314" y="3023642"/>
                  </a:lnTo>
                  <a:lnTo>
                    <a:pt x="0" y="3580883"/>
                  </a:lnTo>
                  <a:lnTo>
                    <a:pt x="0" y="3549964"/>
                  </a:lnTo>
                  <a:lnTo>
                    <a:pt x="1418313" y="1"/>
                  </a:lnTo>
                  <a:lnTo>
                    <a:pt x="1418314" y="0"/>
                  </a:lnTo>
                  <a:close/>
                </a:path>
              </a:pathLst>
            </a:custGeom>
            <a:solidFill>
              <a:srgbClr val="F6B0EF"/>
            </a:solidFill>
            <a:ln>
              <a:solidFill>
                <a:schemeClr val="bg2"/>
              </a:solidFill>
            </a:ln>
            <a:effectLst>
              <a:outerShdw blurRad="50800" dist="38100" dir="5400000" algn="t" rotWithShape="0">
                <a:prstClr val="black">
                  <a:alpha val="40000"/>
                </a:prstClr>
              </a:outerShdw>
            </a:effectLst>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effectLst>
                  <a:outerShdw dist="2540000" dir="10560000" sx="200000" sy="200000" algn="ctr" rotWithShape="0">
                    <a:schemeClr val="tx1">
                      <a:alpha val="67000"/>
                    </a:schemeClr>
                  </a:outerShdw>
                  <a:reflection stA="96000" endPos="65000" dist="50800" dir="5400000" sy="-100000" algn="bl" rotWithShape="0"/>
                </a:effectLst>
              </a:endParaRPr>
            </a:p>
          </p:txBody>
        </p:sp>
        <p:sp>
          <p:nvSpPr>
            <p:cNvPr id="47" name="Freeform: Shape 46">
              <a:extLst>
                <a:ext uri="{FF2B5EF4-FFF2-40B4-BE49-F238E27FC236}">
                  <a16:creationId xmlns:a16="http://schemas.microsoft.com/office/drawing/2014/main" id="{28B0CF06-1611-0CF2-0977-55819630611E}"/>
                </a:ext>
              </a:extLst>
            </p:cNvPr>
            <p:cNvSpPr/>
            <p:nvPr/>
          </p:nvSpPr>
          <p:spPr>
            <a:xfrm>
              <a:off x="5095502" y="667032"/>
              <a:ext cx="1418314" cy="3580883"/>
            </a:xfrm>
            <a:custGeom>
              <a:avLst/>
              <a:gdLst>
                <a:gd name="connsiteX0" fmla="*/ 0 w 1418314"/>
                <a:gd name="connsiteY0" fmla="*/ 0 h 3580883"/>
                <a:gd name="connsiteX1" fmla="*/ 1418314 w 1418314"/>
                <a:gd name="connsiteY1" fmla="*/ 3549969 h 3580883"/>
                <a:gd name="connsiteX2" fmla="*/ 1418314 w 1418314"/>
                <a:gd name="connsiteY2" fmla="*/ 3580883 h 3580883"/>
                <a:gd name="connsiteX3" fmla="*/ 0 w 1418314"/>
                <a:gd name="connsiteY3" fmla="*/ 3023642 h 3580883"/>
                <a:gd name="connsiteX4" fmla="*/ 0 w 1418314"/>
                <a:gd name="connsiteY4" fmla="*/ 0 h 3580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8314" h="3580883">
                  <a:moveTo>
                    <a:pt x="0" y="0"/>
                  </a:moveTo>
                  <a:lnTo>
                    <a:pt x="1418314" y="3549969"/>
                  </a:lnTo>
                  <a:lnTo>
                    <a:pt x="1418314" y="3580883"/>
                  </a:lnTo>
                  <a:lnTo>
                    <a:pt x="0" y="3023642"/>
                  </a:lnTo>
                  <a:lnTo>
                    <a:pt x="0" y="0"/>
                  </a:lnTo>
                  <a:close/>
                </a:path>
              </a:pathLst>
            </a:custGeom>
            <a:solidFill>
              <a:srgbClr val="7030A0"/>
            </a:solidFill>
            <a:ln>
              <a:solidFill>
                <a:schemeClr val="bg2"/>
              </a:solidFill>
            </a:ln>
            <a:effectLst>
              <a:outerShdw blurRad="50800" dist="38100" dir="5400000" algn="t" rotWithShape="0">
                <a:prstClr val="black">
                  <a:alpha val="40000"/>
                </a:prstClr>
              </a:outerShdw>
            </a:effectLst>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effectLst>
                  <a:outerShdw dist="2540000" dir="10560000" sx="200000" sy="200000" algn="ctr" rotWithShape="0">
                    <a:schemeClr val="tx1">
                      <a:alpha val="67000"/>
                    </a:schemeClr>
                  </a:outerShdw>
                  <a:reflection stA="96000" endPos="65000" dist="50800" dir="5400000" sy="-100000" algn="bl" rotWithShape="0"/>
                </a:effectLst>
              </a:endParaRPr>
            </a:p>
          </p:txBody>
        </p:sp>
      </p:grpSp>
      <p:grpSp>
        <p:nvGrpSpPr>
          <p:cNvPr id="51" name="Group 50">
            <a:extLst>
              <a:ext uri="{FF2B5EF4-FFF2-40B4-BE49-F238E27FC236}">
                <a16:creationId xmlns:a16="http://schemas.microsoft.com/office/drawing/2014/main" id="{9170B5B3-E78A-68DB-29C3-5DDAE0811204}"/>
              </a:ext>
            </a:extLst>
          </p:cNvPr>
          <p:cNvGrpSpPr/>
          <p:nvPr/>
        </p:nvGrpSpPr>
        <p:grpSpPr>
          <a:xfrm rot="6369985">
            <a:off x="3166311" y="1272596"/>
            <a:ext cx="1711486" cy="2134875"/>
            <a:chOff x="3677188" y="667032"/>
            <a:chExt cx="2836628" cy="3580883"/>
          </a:xfrm>
          <a:effectLst>
            <a:outerShdw blurRad="50800" dist="190500" dir="8100000" algn="tr" rotWithShape="0">
              <a:prstClr val="black">
                <a:alpha val="40000"/>
              </a:prstClr>
            </a:outerShdw>
          </a:effectLst>
        </p:grpSpPr>
        <p:sp>
          <p:nvSpPr>
            <p:cNvPr id="52" name="Freeform: Shape 51">
              <a:extLst>
                <a:ext uri="{FF2B5EF4-FFF2-40B4-BE49-F238E27FC236}">
                  <a16:creationId xmlns:a16="http://schemas.microsoft.com/office/drawing/2014/main" id="{5763A57D-B6C7-3F71-5156-01EEBFC9D14E}"/>
                </a:ext>
              </a:extLst>
            </p:cNvPr>
            <p:cNvSpPr/>
            <p:nvPr/>
          </p:nvSpPr>
          <p:spPr>
            <a:xfrm>
              <a:off x="3677188" y="667032"/>
              <a:ext cx="1418314" cy="3580883"/>
            </a:xfrm>
            <a:custGeom>
              <a:avLst/>
              <a:gdLst>
                <a:gd name="connsiteX0" fmla="*/ 1418314 w 1418314"/>
                <a:gd name="connsiteY0" fmla="*/ 0 h 3580883"/>
                <a:gd name="connsiteX1" fmla="*/ 1418314 w 1418314"/>
                <a:gd name="connsiteY1" fmla="*/ 3023642 h 3580883"/>
                <a:gd name="connsiteX2" fmla="*/ 0 w 1418314"/>
                <a:gd name="connsiteY2" fmla="*/ 3580883 h 3580883"/>
                <a:gd name="connsiteX3" fmla="*/ 0 w 1418314"/>
                <a:gd name="connsiteY3" fmla="*/ 3549964 h 3580883"/>
                <a:gd name="connsiteX4" fmla="*/ 1418313 w 1418314"/>
                <a:gd name="connsiteY4" fmla="*/ 1 h 3580883"/>
                <a:gd name="connsiteX5" fmla="*/ 1418314 w 1418314"/>
                <a:gd name="connsiteY5" fmla="*/ 0 h 3580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314" h="3580883">
                  <a:moveTo>
                    <a:pt x="1418314" y="0"/>
                  </a:moveTo>
                  <a:lnTo>
                    <a:pt x="1418314" y="3023642"/>
                  </a:lnTo>
                  <a:lnTo>
                    <a:pt x="0" y="3580883"/>
                  </a:lnTo>
                  <a:lnTo>
                    <a:pt x="0" y="3549964"/>
                  </a:lnTo>
                  <a:lnTo>
                    <a:pt x="1418313" y="1"/>
                  </a:lnTo>
                  <a:lnTo>
                    <a:pt x="1418314" y="0"/>
                  </a:lnTo>
                  <a:close/>
                </a:path>
              </a:pathLst>
            </a:custGeom>
            <a:solidFill>
              <a:schemeClr val="accent4">
                <a:lumMod val="40000"/>
                <a:lumOff val="60000"/>
              </a:schemeClr>
            </a:solidFill>
            <a:ln>
              <a:solidFill>
                <a:schemeClr val="bg2"/>
              </a:solidFill>
            </a:ln>
            <a:effectLst>
              <a:outerShdw blurRad="50800" dist="38100" dir="5400000" algn="t" rotWithShape="0">
                <a:prstClr val="black">
                  <a:alpha val="40000"/>
                </a:prstClr>
              </a:outerShdw>
            </a:effectLst>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effectLst>
                  <a:outerShdw dist="2540000" dir="10560000" sx="200000" sy="200000" algn="ctr" rotWithShape="0">
                    <a:schemeClr val="tx1">
                      <a:alpha val="67000"/>
                    </a:schemeClr>
                  </a:outerShdw>
                  <a:reflection stA="96000" endPos="65000" dist="50800" dir="5400000" sy="-100000" algn="bl" rotWithShape="0"/>
                </a:effectLst>
              </a:endParaRPr>
            </a:p>
          </p:txBody>
        </p:sp>
        <p:sp>
          <p:nvSpPr>
            <p:cNvPr id="53" name="Freeform: Shape 52">
              <a:extLst>
                <a:ext uri="{FF2B5EF4-FFF2-40B4-BE49-F238E27FC236}">
                  <a16:creationId xmlns:a16="http://schemas.microsoft.com/office/drawing/2014/main" id="{44A792B2-F3A3-9F41-9961-8645B034BFE3}"/>
                </a:ext>
              </a:extLst>
            </p:cNvPr>
            <p:cNvSpPr/>
            <p:nvPr/>
          </p:nvSpPr>
          <p:spPr>
            <a:xfrm>
              <a:off x="5095502" y="667032"/>
              <a:ext cx="1418314" cy="3580883"/>
            </a:xfrm>
            <a:custGeom>
              <a:avLst/>
              <a:gdLst>
                <a:gd name="connsiteX0" fmla="*/ 0 w 1418314"/>
                <a:gd name="connsiteY0" fmla="*/ 0 h 3580883"/>
                <a:gd name="connsiteX1" fmla="*/ 1418314 w 1418314"/>
                <a:gd name="connsiteY1" fmla="*/ 3549969 h 3580883"/>
                <a:gd name="connsiteX2" fmla="*/ 1418314 w 1418314"/>
                <a:gd name="connsiteY2" fmla="*/ 3580883 h 3580883"/>
                <a:gd name="connsiteX3" fmla="*/ 0 w 1418314"/>
                <a:gd name="connsiteY3" fmla="*/ 3023642 h 3580883"/>
                <a:gd name="connsiteX4" fmla="*/ 0 w 1418314"/>
                <a:gd name="connsiteY4" fmla="*/ 0 h 3580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8314" h="3580883">
                  <a:moveTo>
                    <a:pt x="0" y="0"/>
                  </a:moveTo>
                  <a:lnTo>
                    <a:pt x="1418314" y="3549969"/>
                  </a:lnTo>
                  <a:lnTo>
                    <a:pt x="1418314" y="3580883"/>
                  </a:lnTo>
                  <a:lnTo>
                    <a:pt x="0" y="3023642"/>
                  </a:lnTo>
                  <a:lnTo>
                    <a:pt x="0" y="0"/>
                  </a:lnTo>
                  <a:close/>
                </a:path>
              </a:pathLst>
            </a:custGeom>
            <a:solidFill>
              <a:schemeClr val="accent4"/>
            </a:solidFill>
            <a:ln>
              <a:solidFill>
                <a:schemeClr val="bg2"/>
              </a:solidFill>
            </a:ln>
            <a:effectLst>
              <a:outerShdw blurRad="50800" dist="38100" dir="5400000" algn="t" rotWithShape="0">
                <a:prstClr val="black">
                  <a:alpha val="40000"/>
                </a:prstClr>
              </a:outerShdw>
            </a:effectLst>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effectLst>
                  <a:outerShdw dist="2540000" dir="10560000" sx="200000" sy="200000" algn="ctr" rotWithShape="0">
                    <a:schemeClr val="tx1">
                      <a:alpha val="67000"/>
                    </a:schemeClr>
                  </a:outerShdw>
                  <a:reflection stA="96000" endPos="65000" dist="50800" dir="5400000" sy="-100000" algn="bl" rotWithShape="0"/>
                </a:effectLst>
              </a:endParaRPr>
            </a:p>
          </p:txBody>
        </p:sp>
      </p:grpSp>
      <p:grpSp>
        <p:nvGrpSpPr>
          <p:cNvPr id="54" name="Group 53">
            <a:extLst>
              <a:ext uri="{FF2B5EF4-FFF2-40B4-BE49-F238E27FC236}">
                <a16:creationId xmlns:a16="http://schemas.microsoft.com/office/drawing/2014/main" id="{89274B3A-155E-BC4B-7AFA-D7167A86EF15}"/>
              </a:ext>
            </a:extLst>
          </p:cNvPr>
          <p:cNvGrpSpPr/>
          <p:nvPr/>
        </p:nvGrpSpPr>
        <p:grpSpPr>
          <a:xfrm rot="3580616">
            <a:off x="10329586" y="-4806"/>
            <a:ext cx="1711486" cy="2134875"/>
            <a:chOff x="3677188" y="667032"/>
            <a:chExt cx="2836628" cy="3580883"/>
          </a:xfrm>
          <a:effectLst>
            <a:outerShdw blurRad="50800" dist="190500" dir="8100000" algn="tr" rotWithShape="0">
              <a:prstClr val="black">
                <a:alpha val="40000"/>
              </a:prstClr>
            </a:outerShdw>
          </a:effectLst>
        </p:grpSpPr>
        <p:sp>
          <p:nvSpPr>
            <p:cNvPr id="55" name="Freeform: Shape 54">
              <a:extLst>
                <a:ext uri="{FF2B5EF4-FFF2-40B4-BE49-F238E27FC236}">
                  <a16:creationId xmlns:a16="http://schemas.microsoft.com/office/drawing/2014/main" id="{4A111B67-CEBA-663B-DE52-503958A94B0C}"/>
                </a:ext>
              </a:extLst>
            </p:cNvPr>
            <p:cNvSpPr/>
            <p:nvPr/>
          </p:nvSpPr>
          <p:spPr>
            <a:xfrm>
              <a:off x="3677188" y="667032"/>
              <a:ext cx="1418314" cy="3580883"/>
            </a:xfrm>
            <a:custGeom>
              <a:avLst/>
              <a:gdLst>
                <a:gd name="connsiteX0" fmla="*/ 1418314 w 1418314"/>
                <a:gd name="connsiteY0" fmla="*/ 0 h 3580883"/>
                <a:gd name="connsiteX1" fmla="*/ 1418314 w 1418314"/>
                <a:gd name="connsiteY1" fmla="*/ 3023642 h 3580883"/>
                <a:gd name="connsiteX2" fmla="*/ 0 w 1418314"/>
                <a:gd name="connsiteY2" fmla="*/ 3580883 h 3580883"/>
                <a:gd name="connsiteX3" fmla="*/ 0 w 1418314"/>
                <a:gd name="connsiteY3" fmla="*/ 3549964 h 3580883"/>
                <a:gd name="connsiteX4" fmla="*/ 1418313 w 1418314"/>
                <a:gd name="connsiteY4" fmla="*/ 1 h 3580883"/>
                <a:gd name="connsiteX5" fmla="*/ 1418314 w 1418314"/>
                <a:gd name="connsiteY5" fmla="*/ 0 h 3580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314" h="3580883">
                  <a:moveTo>
                    <a:pt x="1418314" y="0"/>
                  </a:moveTo>
                  <a:lnTo>
                    <a:pt x="1418314" y="3023642"/>
                  </a:lnTo>
                  <a:lnTo>
                    <a:pt x="0" y="3580883"/>
                  </a:lnTo>
                  <a:lnTo>
                    <a:pt x="0" y="3549964"/>
                  </a:lnTo>
                  <a:lnTo>
                    <a:pt x="1418313" y="1"/>
                  </a:lnTo>
                  <a:lnTo>
                    <a:pt x="1418314" y="0"/>
                  </a:lnTo>
                  <a:close/>
                </a:path>
              </a:pathLst>
            </a:custGeom>
            <a:solidFill>
              <a:srgbClr val="EA7E68"/>
            </a:solidFill>
            <a:ln>
              <a:solidFill>
                <a:schemeClr val="bg2"/>
              </a:solidFill>
            </a:ln>
            <a:effectLst>
              <a:outerShdw blurRad="50800" dist="38100" dir="5400000" algn="t" rotWithShape="0">
                <a:prstClr val="black">
                  <a:alpha val="40000"/>
                </a:prstClr>
              </a:outerShdw>
            </a:effectLst>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effectLst>
                  <a:outerShdw dist="2540000" dir="10560000" sx="200000" sy="200000" algn="ctr" rotWithShape="0">
                    <a:schemeClr val="tx1">
                      <a:alpha val="67000"/>
                    </a:schemeClr>
                  </a:outerShdw>
                  <a:reflection stA="96000" endPos="65000" dist="50800" dir="5400000" sy="-100000" algn="bl" rotWithShape="0"/>
                </a:effectLst>
              </a:endParaRPr>
            </a:p>
          </p:txBody>
        </p:sp>
        <p:sp>
          <p:nvSpPr>
            <p:cNvPr id="56" name="Freeform: Shape 55">
              <a:extLst>
                <a:ext uri="{FF2B5EF4-FFF2-40B4-BE49-F238E27FC236}">
                  <a16:creationId xmlns:a16="http://schemas.microsoft.com/office/drawing/2014/main" id="{9F847131-1D3F-2F12-606C-CED38765223C}"/>
                </a:ext>
              </a:extLst>
            </p:cNvPr>
            <p:cNvSpPr/>
            <p:nvPr/>
          </p:nvSpPr>
          <p:spPr>
            <a:xfrm>
              <a:off x="5095502" y="667032"/>
              <a:ext cx="1418314" cy="3580883"/>
            </a:xfrm>
            <a:custGeom>
              <a:avLst/>
              <a:gdLst>
                <a:gd name="connsiteX0" fmla="*/ 0 w 1418314"/>
                <a:gd name="connsiteY0" fmla="*/ 0 h 3580883"/>
                <a:gd name="connsiteX1" fmla="*/ 1418314 w 1418314"/>
                <a:gd name="connsiteY1" fmla="*/ 3549969 h 3580883"/>
                <a:gd name="connsiteX2" fmla="*/ 1418314 w 1418314"/>
                <a:gd name="connsiteY2" fmla="*/ 3580883 h 3580883"/>
                <a:gd name="connsiteX3" fmla="*/ 0 w 1418314"/>
                <a:gd name="connsiteY3" fmla="*/ 3023642 h 3580883"/>
                <a:gd name="connsiteX4" fmla="*/ 0 w 1418314"/>
                <a:gd name="connsiteY4" fmla="*/ 0 h 3580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8314" h="3580883">
                  <a:moveTo>
                    <a:pt x="0" y="0"/>
                  </a:moveTo>
                  <a:lnTo>
                    <a:pt x="1418314" y="3549969"/>
                  </a:lnTo>
                  <a:lnTo>
                    <a:pt x="1418314" y="3580883"/>
                  </a:lnTo>
                  <a:lnTo>
                    <a:pt x="0" y="3023642"/>
                  </a:lnTo>
                  <a:lnTo>
                    <a:pt x="0" y="0"/>
                  </a:lnTo>
                  <a:close/>
                </a:path>
              </a:pathLst>
            </a:custGeom>
            <a:solidFill>
              <a:srgbClr val="C00000"/>
            </a:solidFill>
            <a:ln>
              <a:solidFill>
                <a:schemeClr val="bg2"/>
              </a:solidFill>
            </a:ln>
            <a:effectLst>
              <a:outerShdw blurRad="50800" dist="38100" dir="5400000" algn="t" rotWithShape="0">
                <a:prstClr val="black">
                  <a:alpha val="40000"/>
                </a:prstClr>
              </a:outerShdw>
            </a:effectLst>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effectLst>
                  <a:outerShdw dist="2540000" dir="10560000" sx="200000" sy="200000" algn="ctr" rotWithShape="0">
                    <a:schemeClr val="tx1">
                      <a:alpha val="67000"/>
                    </a:schemeClr>
                  </a:outerShdw>
                  <a:reflection stA="96000" endPos="65000" dist="50800" dir="5400000" sy="-100000" algn="bl" rotWithShape="0"/>
                </a:effectLst>
              </a:endParaRPr>
            </a:p>
          </p:txBody>
        </p:sp>
      </p:grpSp>
      <p:grpSp>
        <p:nvGrpSpPr>
          <p:cNvPr id="57" name="Group 56">
            <a:extLst>
              <a:ext uri="{FF2B5EF4-FFF2-40B4-BE49-F238E27FC236}">
                <a16:creationId xmlns:a16="http://schemas.microsoft.com/office/drawing/2014/main" id="{B8D3825E-5970-7586-D169-878B8B1E9337}"/>
              </a:ext>
            </a:extLst>
          </p:cNvPr>
          <p:cNvGrpSpPr/>
          <p:nvPr/>
        </p:nvGrpSpPr>
        <p:grpSpPr>
          <a:xfrm rot="4251561">
            <a:off x="8142680" y="990100"/>
            <a:ext cx="1711486" cy="2134875"/>
            <a:chOff x="3677188" y="667032"/>
            <a:chExt cx="2836628" cy="3580883"/>
          </a:xfrm>
          <a:effectLst>
            <a:outerShdw blurRad="50800" dist="190500" dir="8100000" algn="tr" rotWithShape="0">
              <a:prstClr val="black">
                <a:alpha val="40000"/>
              </a:prstClr>
            </a:outerShdw>
          </a:effectLst>
        </p:grpSpPr>
        <p:sp>
          <p:nvSpPr>
            <p:cNvPr id="58" name="Freeform: Shape 57">
              <a:extLst>
                <a:ext uri="{FF2B5EF4-FFF2-40B4-BE49-F238E27FC236}">
                  <a16:creationId xmlns:a16="http://schemas.microsoft.com/office/drawing/2014/main" id="{05F071A6-D31F-30D0-23FE-D95995CEC580}"/>
                </a:ext>
              </a:extLst>
            </p:cNvPr>
            <p:cNvSpPr/>
            <p:nvPr/>
          </p:nvSpPr>
          <p:spPr>
            <a:xfrm>
              <a:off x="3677188" y="667032"/>
              <a:ext cx="1418314" cy="3580883"/>
            </a:xfrm>
            <a:custGeom>
              <a:avLst/>
              <a:gdLst>
                <a:gd name="connsiteX0" fmla="*/ 1418314 w 1418314"/>
                <a:gd name="connsiteY0" fmla="*/ 0 h 3580883"/>
                <a:gd name="connsiteX1" fmla="*/ 1418314 w 1418314"/>
                <a:gd name="connsiteY1" fmla="*/ 3023642 h 3580883"/>
                <a:gd name="connsiteX2" fmla="*/ 0 w 1418314"/>
                <a:gd name="connsiteY2" fmla="*/ 3580883 h 3580883"/>
                <a:gd name="connsiteX3" fmla="*/ 0 w 1418314"/>
                <a:gd name="connsiteY3" fmla="*/ 3549964 h 3580883"/>
                <a:gd name="connsiteX4" fmla="*/ 1418313 w 1418314"/>
                <a:gd name="connsiteY4" fmla="*/ 1 h 3580883"/>
                <a:gd name="connsiteX5" fmla="*/ 1418314 w 1418314"/>
                <a:gd name="connsiteY5" fmla="*/ 0 h 3580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314" h="3580883">
                  <a:moveTo>
                    <a:pt x="1418314" y="0"/>
                  </a:moveTo>
                  <a:lnTo>
                    <a:pt x="1418314" y="3023642"/>
                  </a:lnTo>
                  <a:lnTo>
                    <a:pt x="0" y="3580883"/>
                  </a:lnTo>
                  <a:lnTo>
                    <a:pt x="0" y="3549964"/>
                  </a:lnTo>
                  <a:lnTo>
                    <a:pt x="1418313" y="1"/>
                  </a:lnTo>
                  <a:lnTo>
                    <a:pt x="1418314" y="0"/>
                  </a:lnTo>
                  <a:close/>
                </a:path>
              </a:pathLst>
            </a:custGeom>
            <a:solidFill>
              <a:schemeClr val="accent1">
                <a:lumMod val="75000"/>
              </a:schemeClr>
            </a:solidFill>
            <a:ln>
              <a:solidFill>
                <a:schemeClr val="bg2"/>
              </a:solidFill>
            </a:ln>
            <a:effectLst>
              <a:outerShdw blurRad="50800" dist="38100" dir="5400000" algn="t" rotWithShape="0">
                <a:prstClr val="black">
                  <a:alpha val="40000"/>
                </a:prstClr>
              </a:outerShdw>
            </a:effectLst>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effectLst>
                  <a:outerShdw dist="2540000" dir="10560000" sx="200000" sy="200000" algn="ctr" rotWithShape="0">
                    <a:schemeClr val="tx1">
                      <a:alpha val="67000"/>
                    </a:schemeClr>
                  </a:outerShdw>
                  <a:reflection stA="96000" endPos="65000" dist="50800" dir="5400000" sy="-100000" algn="bl" rotWithShape="0"/>
                </a:effectLst>
              </a:endParaRPr>
            </a:p>
          </p:txBody>
        </p:sp>
        <p:sp>
          <p:nvSpPr>
            <p:cNvPr id="59" name="Freeform: Shape 58">
              <a:extLst>
                <a:ext uri="{FF2B5EF4-FFF2-40B4-BE49-F238E27FC236}">
                  <a16:creationId xmlns:a16="http://schemas.microsoft.com/office/drawing/2014/main" id="{7A87F852-C757-24CC-AA21-E7BA41C98329}"/>
                </a:ext>
              </a:extLst>
            </p:cNvPr>
            <p:cNvSpPr/>
            <p:nvPr/>
          </p:nvSpPr>
          <p:spPr>
            <a:xfrm>
              <a:off x="5095502" y="667032"/>
              <a:ext cx="1418314" cy="3580883"/>
            </a:xfrm>
            <a:custGeom>
              <a:avLst/>
              <a:gdLst>
                <a:gd name="connsiteX0" fmla="*/ 0 w 1418314"/>
                <a:gd name="connsiteY0" fmla="*/ 0 h 3580883"/>
                <a:gd name="connsiteX1" fmla="*/ 1418314 w 1418314"/>
                <a:gd name="connsiteY1" fmla="*/ 3549969 h 3580883"/>
                <a:gd name="connsiteX2" fmla="*/ 1418314 w 1418314"/>
                <a:gd name="connsiteY2" fmla="*/ 3580883 h 3580883"/>
                <a:gd name="connsiteX3" fmla="*/ 0 w 1418314"/>
                <a:gd name="connsiteY3" fmla="*/ 3023642 h 3580883"/>
                <a:gd name="connsiteX4" fmla="*/ 0 w 1418314"/>
                <a:gd name="connsiteY4" fmla="*/ 0 h 3580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8314" h="3580883">
                  <a:moveTo>
                    <a:pt x="0" y="0"/>
                  </a:moveTo>
                  <a:lnTo>
                    <a:pt x="1418314" y="3549969"/>
                  </a:lnTo>
                  <a:lnTo>
                    <a:pt x="1418314" y="3580883"/>
                  </a:lnTo>
                  <a:lnTo>
                    <a:pt x="0" y="3023642"/>
                  </a:lnTo>
                  <a:lnTo>
                    <a:pt x="0" y="0"/>
                  </a:lnTo>
                  <a:close/>
                </a:path>
              </a:pathLst>
            </a:custGeom>
            <a:ln>
              <a:solidFill>
                <a:schemeClr val="bg2"/>
              </a:solidFill>
            </a:ln>
            <a:effectLst>
              <a:outerShdw blurRad="50800" dist="38100" dir="5400000" algn="t" rotWithShape="0">
                <a:prstClr val="black">
                  <a:alpha val="40000"/>
                </a:prstClr>
              </a:outerShdw>
            </a:effectLst>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effectLst>
                  <a:outerShdw dist="2540000" dir="10560000" sx="200000" sy="200000" algn="ctr" rotWithShape="0">
                    <a:schemeClr val="tx1">
                      <a:alpha val="67000"/>
                    </a:schemeClr>
                  </a:outerShdw>
                  <a:reflection stA="96000" endPos="65000" dist="50800" dir="5400000" sy="-100000" algn="bl" rotWithShape="0"/>
                </a:effectLst>
              </a:endParaRPr>
            </a:p>
          </p:txBody>
        </p:sp>
      </p:grpSp>
      <p:grpSp>
        <p:nvGrpSpPr>
          <p:cNvPr id="60" name="Group 59">
            <a:extLst>
              <a:ext uri="{FF2B5EF4-FFF2-40B4-BE49-F238E27FC236}">
                <a16:creationId xmlns:a16="http://schemas.microsoft.com/office/drawing/2014/main" id="{A29CD33C-9C40-C210-295F-0604F8C284B8}"/>
              </a:ext>
            </a:extLst>
          </p:cNvPr>
          <p:cNvGrpSpPr/>
          <p:nvPr/>
        </p:nvGrpSpPr>
        <p:grpSpPr>
          <a:xfrm rot="5079748">
            <a:off x="5634384" y="1440377"/>
            <a:ext cx="1711486" cy="2134875"/>
            <a:chOff x="3677188" y="667032"/>
            <a:chExt cx="2836628" cy="3580883"/>
          </a:xfrm>
          <a:effectLst>
            <a:outerShdw blurRad="50800" dist="190500" dir="8100000" algn="tr" rotWithShape="0">
              <a:prstClr val="black">
                <a:alpha val="40000"/>
              </a:prstClr>
            </a:outerShdw>
          </a:effectLst>
        </p:grpSpPr>
        <p:sp>
          <p:nvSpPr>
            <p:cNvPr id="61" name="Freeform: Shape 60">
              <a:extLst>
                <a:ext uri="{FF2B5EF4-FFF2-40B4-BE49-F238E27FC236}">
                  <a16:creationId xmlns:a16="http://schemas.microsoft.com/office/drawing/2014/main" id="{F6F1AA71-4177-BBFC-A5A1-877AC3813B10}"/>
                </a:ext>
              </a:extLst>
            </p:cNvPr>
            <p:cNvSpPr/>
            <p:nvPr/>
          </p:nvSpPr>
          <p:spPr>
            <a:xfrm>
              <a:off x="3677188" y="667032"/>
              <a:ext cx="1418314" cy="3580883"/>
            </a:xfrm>
            <a:custGeom>
              <a:avLst/>
              <a:gdLst>
                <a:gd name="connsiteX0" fmla="*/ 1418314 w 1418314"/>
                <a:gd name="connsiteY0" fmla="*/ 0 h 3580883"/>
                <a:gd name="connsiteX1" fmla="*/ 1418314 w 1418314"/>
                <a:gd name="connsiteY1" fmla="*/ 3023642 h 3580883"/>
                <a:gd name="connsiteX2" fmla="*/ 0 w 1418314"/>
                <a:gd name="connsiteY2" fmla="*/ 3580883 h 3580883"/>
                <a:gd name="connsiteX3" fmla="*/ 0 w 1418314"/>
                <a:gd name="connsiteY3" fmla="*/ 3549964 h 3580883"/>
                <a:gd name="connsiteX4" fmla="*/ 1418313 w 1418314"/>
                <a:gd name="connsiteY4" fmla="*/ 1 h 3580883"/>
                <a:gd name="connsiteX5" fmla="*/ 1418314 w 1418314"/>
                <a:gd name="connsiteY5" fmla="*/ 0 h 3580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314" h="3580883">
                  <a:moveTo>
                    <a:pt x="1418314" y="0"/>
                  </a:moveTo>
                  <a:lnTo>
                    <a:pt x="1418314" y="3023642"/>
                  </a:lnTo>
                  <a:lnTo>
                    <a:pt x="0" y="3580883"/>
                  </a:lnTo>
                  <a:lnTo>
                    <a:pt x="0" y="3549964"/>
                  </a:lnTo>
                  <a:lnTo>
                    <a:pt x="1418313" y="1"/>
                  </a:lnTo>
                  <a:lnTo>
                    <a:pt x="1418314" y="0"/>
                  </a:lnTo>
                  <a:close/>
                </a:path>
              </a:pathLst>
            </a:custGeom>
            <a:solidFill>
              <a:schemeClr val="accent6">
                <a:lumMod val="40000"/>
                <a:lumOff val="60000"/>
              </a:schemeClr>
            </a:solidFill>
            <a:ln>
              <a:solidFill>
                <a:schemeClr val="bg2"/>
              </a:solidFill>
            </a:ln>
            <a:effectLst>
              <a:outerShdw blurRad="50800" dist="38100" dir="5400000" algn="t" rotWithShape="0">
                <a:prstClr val="black">
                  <a:alpha val="40000"/>
                </a:prstClr>
              </a:outerShdw>
            </a:effectLst>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effectLst>
                  <a:outerShdw dist="2540000" dir="10560000" sx="200000" sy="200000" algn="ctr" rotWithShape="0">
                    <a:schemeClr val="tx1">
                      <a:alpha val="67000"/>
                    </a:schemeClr>
                  </a:outerShdw>
                  <a:reflection stA="96000" endPos="65000" dist="50800" dir="5400000" sy="-100000" algn="bl" rotWithShape="0"/>
                </a:effectLst>
              </a:endParaRPr>
            </a:p>
          </p:txBody>
        </p:sp>
        <p:sp>
          <p:nvSpPr>
            <p:cNvPr id="62" name="Freeform: Shape 61">
              <a:extLst>
                <a:ext uri="{FF2B5EF4-FFF2-40B4-BE49-F238E27FC236}">
                  <a16:creationId xmlns:a16="http://schemas.microsoft.com/office/drawing/2014/main" id="{B0363FB3-422E-92EB-8940-F50659E63D89}"/>
                </a:ext>
              </a:extLst>
            </p:cNvPr>
            <p:cNvSpPr/>
            <p:nvPr/>
          </p:nvSpPr>
          <p:spPr>
            <a:xfrm>
              <a:off x="5095502" y="667032"/>
              <a:ext cx="1418314" cy="3580883"/>
            </a:xfrm>
            <a:custGeom>
              <a:avLst/>
              <a:gdLst>
                <a:gd name="connsiteX0" fmla="*/ 0 w 1418314"/>
                <a:gd name="connsiteY0" fmla="*/ 0 h 3580883"/>
                <a:gd name="connsiteX1" fmla="*/ 1418314 w 1418314"/>
                <a:gd name="connsiteY1" fmla="*/ 3549969 h 3580883"/>
                <a:gd name="connsiteX2" fmla="*/ 1418314 w 1418314"/>
                <a:gd name="connsiteY2" fmla="*/ 3580883 h 3580883"/>
                <a:gd name="connsiteX3" fmla="*/ 0 w 1418314"/>
                <a:gd name="connsiteY3" fmla="*/ 3023642 h 3580883"/>
                <a:gd name="connsiteX4" fmla="*/ 0 w 1418314"/>
                <a:gd name="connsiteY4" fmla="*/ 0 h 3580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8314" h="3580883">
                  <a:moveTo>
                    <a:pt x="0" y="0"/>
                  </a:moveTo>
                  <a:lnTo>
                    <a:pt x="1418314" y="3549969"/>
                  </a:lnTo>
                  <a:lnTo>
                    <a:pt x="1418314" y="3580883"/>
                  </a:lnTo>
                  <a:lnTo>
                    <a:pt x="0" y="3023642"/>
                  </a:lnTo>
                  <a:lnTo>
                    <a:pt x="0" y="0"/>
                  </a:lnTo>
                  <a:close/>
                </a:path>
              </a:pathLst>
            </a:custGeom>
            <a:solidFill>
              <a:schemeClr val="accent6">
                <a:lumMod val="75000"/>
              </a:schemeClr>
            </a:solidFill>
            <a:ln>
              <a:solidFill>
                <a:schemeClr val="bg2"/>
              </a:solidFill>
            </a:ln>
            <a:effectLst>
              <a:outerShdw blurRad="50800" dist="38100" dir="5400000" algn="t" rotWithShape="0">
                <a:prstClr val="black">
                  <a:alpha val="40000"/>
                </a:prstClr>
              </a:outerShdw>
            </a:effectLst>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effectLst>
                  <a:outerShdw dist="2540000" dir="10560000" sx="200000" sy="200000" algn="ctr" rotWithShape="0">
                    <a:schemeClr val="tx1">
                      <a:alpha val="67000"/>
                    </a:schemeClr>
                  </a:outerShdw>
                  <a:reflection stA="96000" endPos="65000" dist="50800" dir="5400000" sy="-100000" algn="bl" rotWithShape="0"/>
                </a:effectLst>
              </a:endParaRPr>
            </a:p>
          </p:txBody>
        </p:sp>
      </p:grpSp>
      <p:sp>
        <p:nvSpPr>
          <p:cNvPr id="2" name="Rectangle 1">
            <a:extLst>
              <a:ext uri="{FF2B5EF4-FFF2-40B4-BE49-F238E27FC236}">
                <a16:creationId xmlns:a16="http://schemas.microsoft.com/office/drawing/2014/main" id="{DF0E701E-3D6D-38C1-7DFA-654042AB9D10}"/>
              </a:ext>
            </a:extLst>
          </p:cNvPr>
          <p:cNvSpPr/>
          <p:nvPr/>
        </p:nvSpPr>
        <p:spPr>
          <a:xfrm>
            <a:off x="152400" y="6023588"/>
            <a:ext cx="3428206" cy="6974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 name="Rectangle 2">
            <a:extLst>
              <a:ext uri="{FF2B5EF4-FFF2-40B4-BE49-F238E27FC236}">
                <a16:creationId xmlns:a16="http://schemas.microsoft.com/office/drawing/2014/main" id="{D8A9E3CD-4890-C761-7EF3-BC07A124DB59}"/>
              </a:ext>
            </a:extLst>
          </p:cNvPr>
          <p:cNvSpPr/>
          <p:nvPr/>
        </p:nvSpPr>
        <p:spPr>
          <a:xfrm>
            <a:off x="152400" y="6100341"/>
            <a:ext cx="3428206" cy="6974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grpSp>
        <p:nvGrpSpPr>
          <p:cNvPr id="4" name="Group 3">
            <a:extLst>
              <a:ext uri="{FF2B5EF4-FFF2-40B4-BE49-F238E27FC236}">
                <a16:creationId xmlns:a16="http://schemas.microsoft.com/office/drawing/2014/main" id="{4D9EB030-96F4-E76F-BEF1-F353A097F930}"/>
              </a:ext>
            </a:extLst>
          </p:cNvPr>
          <p:cNvGrpSpPr/>
          <p:nvPr/>
        </p:nvGrpSpPr>
        <p:grpSpPr>
          <a:xfrm>
            <a:off x="232872" y="6271130"/>
            <a:ext cx="5351499" cy="388987"/>
            <a:chOff x="618333" y="6026099"/>
            <a:chExt cx="4886323" cy="388987"/>
          </a:xfrm>
        </p:grpSpPr>
        <p:sp>
          <p:nvSpPr>
            <p:cNvPr id="7" name="TextBox 6">
              <a:extLst>
                <a:ext uri="{FF2B5EF4-FFF2-40B4-BE49-F238E27FC236}">
                  <a16:creationId xmlns:a16="http://schemas.microsoft.com/office/drawing/2014/main" id="{08A3BD9E-E391-A89B-20A1-62234D793C11}"/>
                </a:ext>
              </a:extLst>
            </p:cNvPr>
            <p:cNvSpPr txBox="1"/>
            <p:nvPr/>
          </p:nvSpPr>
          <p:spPr>
            <a:xfrm>
              <a:off x="1123157" y="6050614"/>
              <a:ext cx="4381499" cy="338554"/>
            </a:xfrm>
            <a:prstGeom prst="rect">
              <a:avLst/>
            </a:prstGeom>
            <a:noFill/>
          </p:spPr>
          <p:txBody>
            <a:bodyPr wrap="square" lIns="91440" tIns="45720" rIns="91440" bIns="45720" rtlCol="0" anchor="t">
              <a:spAutoFit/>
            </a:bodyPr>
            <a:lstStyle/>
            <a:p>
              <a:endParaRPr lang="en-US" sz="1600">
                <a:solidFill>
                  <a:srgbClr val="1B134C"/>
                </a:solidFill>
                <a:latin typeface="Poppins" panose="00000500000000000000" pitchFamily="2" charset="0"/>
                <a:cs typeface="Poppins" panose="00000500000000000000" pitchFamily="2" charset="0"/>
              </a:endParaRPr>
            </a:p>
          </p:txBody>
        </p:sp>
        <p:pic>
          <p:nvPicPr>
            <p:cNvPr id="9" name="Graphic 8">
              <a:extLst>
                <a:ext uri="{FF2B5EF4-FFF2-40B4-BE49-F238E27FC236}">
                  <a16:creationId xmlns:a16="http://schemas.microsoft.com/office/drawing/2014/main" id="{C0327753-4E27-C8BE-14C2-5A6F5ACF04E3}"/>
                </a:ext>
              </a:extLst>
            </p:cNvPr>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618333" y="6026099"/>
              <a:ext cx="353218" cy="388987"/>
            </a:xfrm>
            <a:prstGeom prst="rect">
              <a:avLst/>
            </a:prstGeom>
          </p:spPr>
        </p:pic>
        <p:cxnSp>
          <p:nvCxnSpPr>
            <p:cNvPr id="11" name="Straight Connector 10">
              <a:extLst>
                <a:ext uri="{FF2B5EF4-FFF2-40B4-BE49-F238E27FC236}">
                  <a16:creationId xmlns:a16="http://schemas.microsoft.com/office/drawing/2014/main" id="{BFF5B82F-7C17-DA7E-3A39-077A0CC5D3F8}"/>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21" name="Title 20">
            <a:extLst>
              <a:ext uri="{FF2B5EF4-FFF2-40B4-BE49-F238E27FC236}">
                <a16:creationId xmlns:a16="http://schemas.microsoft.com/office/drawing/2014/main" id="{EBFD26F2-52F5-D4A2-EBEB-0732DA5DC007}"/>
              </a:ext>
            </a:extLst>
          </p:cNvPr>
          <p:cNvSpPr>
            <a:spLocks noGrp="1"/>
          </p:cNvSpPr>
          <p:nvPr>
            <p:ph type="title"/>
          </p:nvPr>
        </p:nvSpPr>
        <p:spPr>
          <a:xfrm>
            <a:off x="838200" y="1495331"/>
            <a:ext cx="10515600" cy="1662851"/>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CONCLUSION</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22" name="Content Placeholder 21">
            <a:extLst>
              <a:ext uri="{FF2B5EF4-FFF2-40B4-BE49-F238E27FC236}">
                <a16:creationId xmlns:a16="http://schemas.microsoft.com/office/drawing/2014/main" id="{F83F3369-2135-E097-93ED-B835098C53DF}"/>
              </a:ext>
            </a:extLst>
          </p:cNvPr>
          <p:cNvSpPr>
            <a:spLocks noGrp="1"/>
          </p:cNvSpPr>
          <p:nvPr>
            <p:ph idx="1"/>
          </p:nvPr>
        </p:nvSpPr>
        <p:spPr>
          <a:xfrm>
            <a:off x="838200" y="3508870"/>
            <a:ext cx="10515600" cy="2668093"/>
          </a:xfrm>
        </p:spPr>
        <p:txBody>
          <a:bodyPr/>
          <a:lstStyle/>
          <a:p>
            <a:r>
              <a:rPr lang="en-US" dirty="0">
                <a:solidFill>
                  <a:srgbClr val="002060"/>
                </a:solidFill>
              </a:rPr>
              <a:t>Secure authentication system using </a:t>
            </a:r>
            <a:r>
              <a:rPr lang="en-US" dirty="0" err="1">
                <a:solidFill>
                  <a:srgbClr val="002060"/>
                </a:solidFill>
              </a:rPr>
              <a:t>bcrypt</a:t>
            </a:r>
            <a:r>
              <a:rPr lang="en-US" dirty="0">
                <a:solidFill>
                  <a:srgbClr val="002060"/>
                </a:solidFill>
              </a:rPr>
              <a:t>, JWT, RBAC, TLS, and logging. Demonstrates production-ready practices.</a:t>
            </a:r>
          </a:p>
          <a:p>
            <a:r>
              <a:rPr lang="en-IN"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In this project, we successfully implemented a </a:t>
            </a:r>
            <a:r>
              <a:rPr lang="en-IN" b="1"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secure authentication and authorization system</a:t>
            </a:r>
            <a:r>
              <a:rPr lang="en-IN"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using </a:t>
            </a:r>
            <a:r>
              <a:rPr lang="en-IN" b="1" dirty="0" err="1">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FastAPI</a:t>
            </a:r>
            <a:r>
              <a:rPr lang="en-IN"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and </a:t>
            </a:r>
            <a:r>
              <a:rPr lang="en-IN" b="1"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MongoDB</a:t>
            </a:r>
            <a:r>
              <a:rPr lang="en-IN"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following industry-standard best practices</a:t>
            </a:r>
            <a:r>
              <a:rPr lang="en-IN" sz="1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endParaRPr lang="en-US" dirty="0">
              <a:solidFill>
                <a:srgbClr val="002060"/>
              </a:solidFill>
            </a:endParaRPr>
          </a:p>
          <a:p>
            <a:endParaRPr lang="en-IN" dirty="0"/>
          </a:p>
        </p:txBody>
      </p:sp>
    </p:spTree>
    <p:extLst>
      <p:ext uri="{BB962C8B-B14F-4D97-AF65-F5344CB8AC3E}">
        <p14:creationId xmlns:p14="http://schemas.microsoft.com/office/powerpoint/2010/main" val="3018656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additive="base">
                                        <p:cTn id="7" dur="500" fill="hold"/>
                                        <p:tgtEl>
                                          <p:spTgt spid="51"/>
                                        </p:tgtEl>
                                        <p:attrNameLst>
                                          <p:attrName>ppt_x</p:attrName>
                                        </p:attrNameLst>
                                      </p:cBhvr>
                                      <p:tavLst>
                                        <p:tav tm="0">
                                          <p:val>
                                            <p:strVal val="0-#ppt_w/2"/>
                                          </p:val>
                                        </p:tav>
                                        <p:tav tm="100000">
                                          <p:val>
                                            <p:strVal val="#ppt_x"/>
                                          </p:val>
                                        </p:tav>
                                      </p:tavLst>
                                    </p:anim>
                                    <p:anim calcmode="lin" valueType="num">
                                      <p:cBhvr additive="base">
                                        <p:cTn id="8" dur="500" fill="hold"/>
                                        <p:tgtEl>
                                          <p:spTgt spid="51"/>
                                        </p:tgtEl>
                                        <p:attrNameLst>
                                          <p:attrName>ppt_y</p:attrName>
                                        </p:attrNameLst>
                                      </p:cBhvr>
                                      <p:tavLst>
                                        <p:tav tm="0">
                                          <p:val>
                                            <p:strVal val="0-#ppt_h/2"/>
                                          </p:val>
                                        </p:tav>
                                        <p:tav tm="100000">
                                          <p:val>
                                            <p:strVal val="#ppt_y"/>
                                          </p:val>
                                        </p:tav>
                                      </p:tavLst>
                                    </p:anim>
                                  </p:childTnLst>
                                </p:cTn>
                              </p:par>
                              <p:par>
                                <p:cTn id="9" presetID="2" presetClass="entr" presetSubtype="9" fill="hold" nodeType="withEffect">
                                  <p:stCondLst>
                                    <p:cond delay="0"/>
                                  </p:stCondLst>
                                  <p:childTnLst>
                                    <p:set>
                                      <p:cBhvr>
                                        <p:cTn id="10" dur="1" fill="hold">
                                          <p:stCondLst>
                                            <p:cond delay="0"/>
                                          </p:stCondLst>
                                        </p:cTn>
                                        <p:tgtEl>
                                          <p:spTgt spid="50"/>
                                        </p:tgtEl>
                                        <p:attrNameLst>
                                          <p:attrName>style.visibility</p:attrName>
                                        </p:attrNameLst>
                                      </p:cBhvr>
                                      <p:to>
                                        <p:strVal val="visible"/>
                                      </p:to>
                                    </p:set>
                                    <p:anim calcmode="lin" valueType="num">
                                      <p:cBhvr additive="base">
                                        <p:cTn id="11" dur="500" fill="hold"/>
                                        <p:tgtEl>
                                          <p:spTgt spid="50"/>
                                        </p:tgtEl>
                                        <p:attrNameLst>
                                          <p:attrName>ppt_x</p:attrName>
                                        </p:attrNameLst>
                                      </p:cBhvr>
                                      <p:tavLst>
                                        <p:tav tm="0">
                                          <p:val>
                                            <p:strVal val="0-#ppt_w/2"/>
                                          </p:val>
                                        </p:tav>
                                        <p:tav tm="100000">
                                          <p:val>
                                            <p:strVal val="#ppt_x"/>
                                          </p:val>
                                        </p:tav>
                                      </p:tavLst>
                                    </p:anim>
                                    <p:anim calcmode="lin" valueType="num">
                                      <p:cBhvr additive="base">
                                        <p:cTn id="12" dur="500" fill="hold"/>
                                        <p:tgtEl>
                                          <p:spTgt spid="50"/>
                                        </p:tgtEl>
                                        <p:attrNameLst>
                                          <p:attrName>ppt_y</p:attrName>
                                        </p:attrNameLst>
                                      </p:cBhvr>
                                      <p:tavLst>
                                        <p:tav tm="0">
                                          <p:val>
                                            <p:strVal val="0-#ppt_h/2"/>
                                          </p:val>
                                        </p:tav>
                                        <p:tav tm="100000">
                                          <p:val>
                                            <p:strVal val="#ppt_y"/>
                                          </p:val>
                                        </p:tav>
                                      </p:tavLst>
                                    </p:anim>
                                  </p:childTnLst>
                                </p:cTn>
                              </p:par>
                              <p:par>
                                <p:cTn id="13" presetID="2" presetClass="entr" presetSubtype="9" fill="hold" nodeType="withEffect">
                                  <p:stCondLst>
                                    <p:cond delay="0"/>
                                  </p:stCondLst>
                                  <p:childTnLst>
                                    <p:set>
                                      <p:cBhvr>
                                        <p:cTn id="14" dur="1" fill="hold">
                                          <p:stCondLst>
                                            <p:cond delay="0"/>
                                          </p:stCondLst>
                                        </p:cTn>
                                        <p:tgtEl>
                                          <p:spTgt spid="60"/>
                                        </p:tgtEl>
                                        <p:attrNameLst>
                                          <p:attrName>style.visibility</p:attrName>
                                        </p:attrNameLst>
                                      </p:cBhvr>
                                      <p:to>
                                        <p:strVal val="visible"/>
                                      </p:to>
                                    </p:set>
                                    <p:anim calcmode="lin" valueType="num">
                                      <p:cBhvr additive="base">
                                        <p:cTn id="15" dur="500" fill="hold"/>
                                        <p:tgtEl>
                                          <p:spTgt spid="60"/>
                                        </p:tgtEl>
                                        <p:attrNameLst>
                                          <p:attrName>ppt_x</p:attrName>
                                        </p:attrNameLst>
                                      </p:cBhvr>
                                      <p:tavLst>
                                        <p:tav tm="0">
                                          <p:val>
                                            <p:strVal val="0-#ppt_w/2"/>
                                          </p:val>
                                        </p:tav>
                                        <p:tav tm="100000">
                                          <p:val>
                                            <p:strVal val="#ppt_x"/>
                                          </p:val>
                                        </p:tav>
                                      </p:tavLst>
                                    </p:anim>
                                    <p:anim calcmode="lin" valueType="num">
                                      <p:cBhvr additive="base">
                                        <p:cTn id="16" dur="500" fill="hold"/>
                                        <p:tgtEl>
                                          <p:spTgt spid="60"/>
                                        </p:tgtEl>
                                        <p:attrNameLst>
                                          <p:attrName>ppt_y</p:attrName>
                                        </p:attrNameLst>
                                      </p:cBhvr>
                                      <p:tavLst>
                                        <p:tav tm="0">
                                          <p:val>
                                            <p:strVal val="0-#ppt_h/2"/>
                                          </p:val>
                                        </p:tav>
                                        <p:tav tm="100000">
                                          <p:val>
                                            <p:strVal val="#ppt_y"/>
                                          </p:val>
                                        </p:tav>
                                      </p:tavLst>
                                    </p:anim>
                                  </p:childTnLst>
                                </p:cTn>
                              </p:par>
                              <p:par>
                                <p:cTn id="17" presetID="2" presetClass="entr" presetSubtype="9" fill="hold" nodeType="withEffect">
                                  <p:stCondLst>
                                    <p:cond delay="0"/>
                                  </p:stCondLst>
                                  <p:childTnLst>
                                    <p:set>
                                      <p:cBhvr>
                                        <p:cTn id="18" dur="1" fill="hold">
                                          <p:stCondLst>
                                            <p:cond delay="0"/>
                                          </p:stCondLst>
                                        </p:cTn>
                                        <p:tgtEl>
                                          <p:spTgt spid="57"/>
                                        </p:tgtEl>
                                        <p:attrNameLst>
                                          <p:attrName>style.visibility</p:attrName>
                                        </p:attrNameLst>
                                      </p:cBhvr>
                                      <p:to>
                                        <p:strVal val="visible"/>
                                      </p:to>
                                    </p:set>
                                    <p:anim calcmode="lin" valueType="num">
                                      <p:cBhvr additive="base">
                                        <p:cTn id="19" dur="500" fill="hold"/>
                                        <p:tgtEl>
                                          <p:spTgt spid="57"/>
                                        </p:tgtEl>
                                        <p:attrNameLst>
                                          <p:attrName>ppt_x</p:attrName>
                                        </p:attrNameLst>
                                      </p:cBhvr>
                                      <p:tavLst>
                                        <p:tav tm="0">
                                          <p:val>
                                            <p:strVal val="0-#ppt_w/2"/>
                                          </p:val>
                                        </p:tav>
                                        <p:tav tm="100000">
                                          <p:val>
                                            <p:strVal val="#ppt_x"/>
                                          </p:val>
                                        </p:tav>
                                      </p:tavLst>
                                    </p:anim>
                                    <p:anim calcmode="lin" valueType="num">
                                      <p:cBhvr additive="base">
                                        <p:cTn id="20" dur="500" fill="hold"/>
                                        <p:tgtEl>
                                          <p:spTgt spid="57"/>
                                        </p:tgtEl>
                                        <p:attrNameLst>
                                          <p:attrName>ppt_y</p:attrName>
                                        </p:attrNameLst>
                                      </p:cBhvr>
                                      <p:tavLst>
                                        <p:tav tm="0">
                                          <p:val>
                                            <p:strVal val="0-#ppt_h/2"/>
                                          </p:val>
                                        </p:tav>
                                        <p:tav tm="100000">
                                          <p:val>
                                            <p:strVal val="#ppt_y"/>
                                          </p:val>
                                        </p:tav>
                                      </p:tavLst>
                                    </p:anim>
                                  </p:childTnLst>
                                </p:cTn>
                              </p:par>
                              <p:par>
                                <p:cTn id="21" presetID="2" presetClass="entr" presetSubtype="9" fill="hold" nodeType="withEffect">
                                  <p:stCondLst>
                                    <p:cond delay="0"/>
                                  </p:stCondLst>
                                  <p:childTnLst>
                                    <p:set>
                                      <p:cBhvr>
                                        <p:cTn id="22" dur="1" fill="hold">
                                          <p:stCondLst>
                                            <p:cond delay="0"/>
                                          </p:stCondLst>
                                        </p:cTn>
                                        <p:tgtEl>
                                          <p:spTgt spid="54"/>
                                        </p:tgtEl>
                                        <p:attrNameLst>
                                          <p:attrName>style.visibility</p:attrName>
                                        </p:attrNameLst>
                                      </p:cBhvr>
                                      <p:to>
                                        <p:strVal val="visible"/>
                                      </p:to>
                                    </p:set>
                                    <p:anim calcmode="lin" valueType="num">
                                      <p:cBhvr additive="base">
                                        <p:cTn id="23" dur="500" fill="hold"/>
                                        <p:tgtEl>
                                          <p:spTgt spid="54"/>
                                        </p:tgtEl>
                                        <p:attrNameLst>
                                          <p:attrName>ppt_x</p:attrName>
                                        </p:attrNameLst>
                                      </p:cBhvr>
                                      <p:tavLst>
                                        <p:tav tm="0">
                                          <p:val>
                                            <p:strVal val="0-#ppt_w/2"/>
                                          </p:val>
                                        </p:tav>
                                        <p:tav tm="100000">
                                          <p:val>
                                            <p:strVal val="#ppt_x"/>
                                          </p:val>
                                        </p:tav>
                                      </p:tavLst>
                                    </p:anim>
                                    <p:anim calcmode="lin" valueType="num">
                                      <p:cBhvr additive="base">
                                        <p:cTn id="24" dur="500" fill="hold"/>
                                        <p:tgtEl>
                                          <p:spTgt spid="5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1688259-6D80-C4E7-7800-399FF0886C91}"/>
              </a:ext>
            </a:extLst>
          </p:cNvPr>
          <p:cNvSpPr txBox="1"/>
          <p:nvPr/>
        </p:nvSpPr>
        <p:spPr>
          <a:xfrm>
            <a:off x="2604691" y="2997728"/>
            <a:ext cx="6982617" cy="2246769"/>
          </a:xfrm>
          <a:prstGeom prst="rect">
            <a:avLst/>
          </a:prstGeom>
          <a:noFill/>
        </p:spPr>
        <p:txBody>
          <a:bodyPr wrap="square" rtlCol="0">
            <a:spAutoFit/>
          </a:bodyPr>
          <a:lstStyle/>
          <a:p>
            <a:pPr algn="ctr">
              <a:lnSpc>
                <a:spcPct val="70000"/>
              </a:lnSpc>
            </a:pPr>
            <a:r>
              <a:rPr lang="en-US" sz="9600" b="1" spc="-300">
                <a:solidFill>
                  <a:srgbClr val="1B134C"/>
                </a:solidFill>
                <a:latin typeface="Poppins" panose="00000500000000000000" pitchFamily="2" charset="0"/>
                <a:cs typeface="Poppins" panose="00000500000000000000" pitchFamily="2" charset="0"/>
              </a:rPr>
              <a:t>Thank You!!!</a:t>
            </a:r>
          </a:p>
        </p:txBody>
      </p:sp>
      <p:sp>
        <p:nvSpPr>
          <p:cNvPr id="5" name="Rectangle 4">
            <a:extLst>
              <a:ext uri="{FF2B5EF4-FFF2-40B4-BE49-F238E27FC236}">
                <a16:creationId xmlns:a16="http://schemas.microsoft.com/office/drawing/2014/main" id="{E6E088B2-7839-7182-1F4C-0A026525B9D2}"/>
              </a:ext>
            </a:extLst>
          </p:cNvPr>
          <p:cNvSpPr/>
          <p:nvPr/>
        </p:nvSpPr>
        <p:spPr>
          <a:xfrm>
            <a:off x="10877550" y="4914900"/>
            <a:ext cx="1314450" cy="1943100"/>
          </a:xfrm>
          <a:prstGeom prst="rect">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D8B4B88-3803-7AB5-CEFC-EE256A8F840C}"/>
              </a:ext>
            </a:extLst>
          </p:cNvPr>
          <p:cNvSpPr/>
          <p:nvPr/>
        </p:nvSpPr>
        <p:spPr>
          <a:xfrm>
            <a:off x="0" y="0"/>
            <a:ext cx="542925" cy="1647826"/>
          </a:xfrm>
          <a:prstGeom prst="rect">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9482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4462</TotalTime>
  <Words>654</Words>
  <Application>Microsoft Office PowerPoint</Application>
  <PresentationFormat>Widescreen</PresentationFormat>
  <Paragraphs>84</Paragraphs>
  <Slides>23</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Poppins</vt:lpstr>
      <vt:lpstr>Symbol</vt:lpstr>
      <vt:lpstr>Times New Roman</vt:lpstr>
      <vt:lpstr>Office Theme</vt:lpstr>
      <vt:lpstr>Secure Python Login And Jwt Security Powered By Python  &amp;Dynamic RBAC &amp; MongoDB With Fast Api</vt:lpstr>
      <vt:lpstr>ABSTRACT</vt:lpstr>
      <vt:lpstr>            OBJECTIVES              </vt:lpstr>
      <vt:lpstr>PASSWORD HASHING</vt:lpstr>
      <vt:lpstr>JWT AUTHENTICATION</vt:lpstr>
      <vt:lpstr>INPUT VALIDATION</vt:lpstr>
      <vt:lpstr>PowerPoint Presentation</vt:lpstr>
      <vt:lpstr>ROLE-BASED ACCESS CONTROL</vt:lpstr>
      <vt:lpstr>EVENT LOGGING</vt:lpstr>
      <vt:lpstr>            Project structure        </vt:lpstr>
      <vt:lpstr>REQUIREMENTS                         </vt:lpstr>
      <vt:lpstr>POSTMAN TESTING RESULTS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Aditya Nandanwar</dc:creator>
  <cp:lastModifiedBy>Thirupathi Rao Molamanti</cp:lastModifiedBy>
  <cp:revision>20</cp:revision>
  <dcterms:created xsi:type="dcterms:W3CDTF">2025-08-25T08:51:55Z</dcterms:created>
  <dcterms:modified xsi:type="dcterms:W3CDTF">2025-10-10T05:13:22Z</dcterms:modified>
</cp:coreProperties>
</file>